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7"/>
  </p:notesMasterIdLst>
  <p:sldIdLst>
    <p:sldId id="256" r:id="rId2"/>
    <p:sldId id="278" r:id="rId3"/>
    <p:sldId id="257" r:id="rId4"/>
    <p:sldId id="264" r:id="rId5"/>
    <p:sldId id="279" r:id="rId6"/>
  </p:sldIdLst>
  <p:sldSz cx="9144000" cy="5143500" type="screen16x9"/>
  <p:notesSz cx="6858000" cy="9144000"/>
  <p:embeddedFontLst>
    <p:embeddedFont>
      <p:font typeface="Nunito Light" pitchFamily="2" charset="0"/>
      <p:regular r:id="rId8"/>
      <p:italic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Sora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4DDD2F9F-1C51-4676-ABC5-D6BED8524519}">
          <p14:sldIdLst>
            <p14:sldId id="256"/>
            <p14:sldId id="278"/>
            <p14:sldId id="257"/>
            <p14:sldId id="264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C5E052-1C65-424A-BC62-4D7E7F4FD728}">
  <a:tblStyle styleId="{E0C5E052-1C65-424A-BC62-4D7E7F4FD7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C48D930-94BC-43C6-8176-9966540F4F2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un RG" userId="808d583681b9df22" providerId="LiveId" clId="{DB927D61-85AA-4132-BABA-604CC17B96C6}"/>
    <pc:docChg chg="delSld modSection">
      <pc:chgData name="Darun RG" userId="808d583681b9df22" providerId="LiveId" clId="{DB927D61-85AA-4132-BABA-604CC17B96C6}" dt="2025-09-15T09:02:20.193" v="0" actId="47"/>
      <pc:docMkLst>
        <pc:docMk/>
      </pc:docMkLst>
      <pc:sldChg chg="del">
        <pc:chgData name="Darun RG" userId="808d583681b9df22" providerId="LiveId" clId="{DB927D61-85AA-4132-BABA-604CC17B96C6}" dt="2025-09-15T09:02:20.193" v="0" actId="47"/>
        <pc:sldMkLst>
          <pc:docMk/>
          <pc:sldMk cId="0" sldId="275"/>
        </pc:sldMkLst>
      </pc:sldChg>
      <pc:sldMasterChg chg="delSldLayout">
        <pc:chgData name="Darun RG" userId="808d583681b9df22" providerId="LiveId" clId="{DB927D61-85AA-4132-BABA-604CC17B96C6}" dt="2025-09-15T09:02:20.193" v="0" actId="47"/>
        <pc:sldMasterMkLst>
          <pc:docMk/>
          <pc:sldMasterMk cId="0" sldId="2147483669"/>
        </pc:sldMasterMkLst>
        <pc:sldLayoutChg chg="del">
          <pc:chgData name="Darun RG" userId="808d583681b9df22" providerId="LiveId" clId="{DB927D61-85AA-4132-BABA-604CC17B96C6}" dt="2025-09-15T09:02:20.193" v="0" actId="47"/>
          <pc:sldLayoutMkLst>
            <pc:docMk/>
            <pc:sldMasterMk cId="0" sldId="2147483669"/>
            <pc:sldLayoutMk cId="0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87fa921f8d_0_1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87fa921f8d_0_1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>
          <a:extLst>
            <a:ext uri="{FF2B5EF4-FFF2-40B4-BE49-F238E27FC236}">
              <a16:creationId xmlns:a16="http://schemas.microsoft.com/office/drawing/2014/main" id="{EB6F5270-2F3B-14EF-0AA9-D0349868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54dda1946d_6_322:notes">
            <a:extLst>
              <a:ext uri="{FF2B5EF4-FFF2-40B4-BE49-F238E27FC236}">
                <a16:creationId xmlns:a16="http://schemas.microsoft.com/office/drawing/2014/main" id="{0B2E1B46-E177-CF5F-9FBF-6EAF152B4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54dda1946d_6_322:notes">
            <a:extLst>
              <a:ext uri="{FF2B5EF4-FFF2-40B4-BE49-F238E27FC236}">
                <a16:creationId xmlns:a16="http://schemas.microsoft.com/office/drawing/2014/main" id="{34BA7520-8C7C-531F-BBAF-64DD771E2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418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>
          <a:extLst>
            <a:ext uri="{FF2B5EF4-FFF2-40B4-BE49-F238E27FC236}">
              <a16:creationId xmlns:a16="http://schemas.microsoft.com/office/drawing/2014/main" id="{68CDBE8C-4081-55CD-6A34-3F247E514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84d99d1a72_0_2:notes">
            <a:extLst>
              <a:ext uri="{FF2B5EF4-FFF2-40B4-BE49-F238E27FC236}">
                <a16:creationId xmlns:a16="http://schemas.microsoft.com/office/drawing/2014/main" id="{29B05F7B-ADC0-CC0A-5F0B-E3454FE6F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84d99d1a72_0_2:notes">
            <a:extLst>
              <a:ext uri="{FF2B5EF4-FFF2-40B4-BE49-F238E27FC236}">
                <a16:creationId xmlns:a16="http://schemas.microsoft.com/office/drawing/2014/main" id="{B8DA355A-DEE1-AF10-E484-ADDD4B4CDA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975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13225" y="3414773"/>
            <a:ext cx="437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10900" cy="3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35" name="Google Shape;35;p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36" name="Google Shape;36;p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" name="Google Shape;37;p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8" name="Google Shape;38;p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9" name="Google Shape;39;p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40" name="Google Shape;40;p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42" name="Google Shape;42;p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713225" y="1900863"/>
            <a:ext cx="4306500" cy="19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713225" y="1259938"/>
            <a:ext cx="4306500" cy="6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5019725" y="965076"/>
            <a:ext cx="2203500" cy="3213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4" name="Google Shape;74;p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76" name="Google Shape;76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79" name="Google Shape;79;p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80" name="Google Shape;80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135550" y="1222639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135550" y="3339439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>
            <a:spLocks noGrp="1"/>
          </p:cNvSpPr>
          <p:nvPr>
            <p:ph type="subTitle" idx="1"/>
          </p:nvPr>
        </p:nvSpPr>
        <p:spPr>
          <a:xfrm>
            <a:off x="720000" y="1710171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7"/>
          <p:cNvSpPr txBox="1">
            <a:spLocks noGrp="1"/>
          </p:cNvSpPr>
          <p:nvPr>
            <p:ph type="subTitle" idx="2"/>
          </p:nvPr>
        </p:nvSpPr>
        <p:spPr>
          <a:xfrm>
            <a:off x="3490950" y="1710149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subTitle" idx="3"/>
          </p:nvPr>
        </p:nvSpPr>
        <p:spPr>
          <a:xfrm>
            <a:off x="720000" y="3498800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subTitle" idx="4"/>
          </p:nvPr>
        </p:nvSpPr>
        <p:spPr>
          <a:xfrm>
            <a:off x="3490950" y="3498796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subTitle" idx="5"/>
          </p:nvPr>
        </p:nvSpPr>
        <p:spPr>
          <a:xfrm>
            <a:off x="6268669" y="1710149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6"/>
          </p:nvPr>
        </p:nvSpPr>
        <p:spPr>
          <a:xfrm>
            <a:off x="6268669" y="3498796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7"/>
          </p:nvPr>
        </p:nvSpPr>
        <p:spPr>
          <a:xfrm>
            <a:off x="720000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8"/>
          </p:nvPr>
        </p:nvSpPr>
        <p:spPr>
          <a:xfrm>
            <a:off x="3490950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ubTitle" idx="9"/>
          </p:nvPr>
        </p:nvSpPr>
        <p:spPr>
          <a:xfrm>
            <a:off x="6268669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13"/>
          </p:nvPr>
        </p:nvSpPr>
        <p:spPr>
          <a:xfrm>
            <a:off x="720000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subTitle" idx="14"/>
          </p:nvPr>
        </p:nvSpPr>
        <p:spPr>
          <a:xfrm>
            <a:off x="3490950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ubTitle" idx="15"/>
          </p:nvPr>
        </p:nvSpPr>
        <p:spPr>
          <a:xfrm>
            <a:off x="6268669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06" name="Google Shape;206;p1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07" name="Google Shape;207;p1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08" name="Google Shape;208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" name="Google Shape;209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0" name="Google Shape;210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11" name="Google Shape;211;p1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12" name="Google Shape;212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4" name="Google Shape;214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518845" y="755087"/>
            <a:ext cx="3381109" cy="3633336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2645" extrusionOk="0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661" extrusionOk="0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8304" h="6272" extrusionOk="0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643" extrusionOk="0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51" extrusionOk="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67" extrusionOk="0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avLst/>
                <a:gdLst/>
                <a:ahLst/>
                <a:cxnLst/>
                <a:rect l="l" t="t" r="r" b="b"/>
                <a:pathLst>
                  <a:path w="13796" h="13787" extrusionOk="0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44" h="11235" extrusionOk="0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avLst/>
                <a:gdLst/>
                <a:ahLst/>
                <a:cxnLst/>
                <a:rect l="l" t="t" r="r" b="b"/>
                <a:pathLst>
                  <a:path w="16374" h="11346" extrusionOk="0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avLst/>
                <a:gdLst/>
                <a:ahLst/>
                <a:cxnLst/>
                <a:rect l="l" t="t" r="r" b="b"/>
                <a:pathLst>
                  <a:path w="13870" h="9083" extrusionOk="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3044" extrusionOk="0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3" extrusionOk="0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0" h="1568" extrusionOk="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4240" h="576" extrusionOk="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86" extrusionOk="0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288" extrusionOk="0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21" extrusionOk="0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6" extrusionOk="0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54" extrusionOk="0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64" extrusionOk="0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4" extrusionOk="0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549" extrusionOk="0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59" extrusionOk="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492" extrusionOk="0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04" extrusionOk="0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avLst/>
                <a:gdLst/>
                <a:ahLst/>
                <a:cxnLst/>
                <a:rect l="l" t="t" r="r" b="b"/>
                <a:pathLst>
                  <a:path w="9640" h="9600" extrusionOk="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9714" extrusionOk="0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11235" extrusionOk="0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avLst/>
                <a:gdLst/>
                <a:ahLst/>
                <a:cxnLst/>
                <a:rect l="l" t="t" r="r" b="b"/>
                <a:pathLst>
                  <a:path w="16365" h="11356" extrusionOk="0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13879" h="9074" extrusionOk="0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3043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73" h="363" extrusionOk="0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9" h="1568" extrusionOk="0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19" h="456" extrusionOk="0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567" extrusionOk="0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6365" extrusionOk="0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365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76" extrusionOk="0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88" extrusionOk="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11" extrusionOk="0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44" extrusionOk="0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74" extrusionOk="0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3" extrusionOk="0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0" extrusionOk="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492" extrusionOk="0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613" extrusionOk="0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8897" extrusionOk="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1503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1615" extrusionOk="0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76" extrusionOk="0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7339" extrusionOk="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7450" extrusionOk="0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avLst/>
                <a:gdLst/>
                <a:ahLst/>
                <a:cxnLst/>
                <a:rect l="l" t="t" r="r" b="b"/>
                <a:pathLst>
                  <a:path w="2701" h="4157" extrusionOk="0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287" extrusionOk="0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4036" extrusionOk="0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4148" extrusionOk="0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2598" h="4092" extrusionOk="0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4219" extrusionOk="0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12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22" extrusionOk="0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113" extrusionOk="0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5780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387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4" extrusionOk="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avLst/>
                <a:gdLst/>
                <a:ahLst/>
                <a:cxnLst/>
                <a:rect l="l" t="t" r="r" b="b"/>
                <a:pathLst>
                  <a:path w="9306" h="6625" extrusionOk="0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avLst/>
                <a:gdLst/>
                <a:ahLst/>
                <a:cxnLst/>
                <a:rect l="l" t="t" r="r" b="b"/>
                <a:pathLst>
                  <a:path w="9427" h="6754" extrusionOk="0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1114" extrusionOk="0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235" extrusionOk="0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6" extrusionOk="0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56" extrusionOk="0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56" extrusionOk="0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5465" extrusionOk="0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5585" extrusionOk="0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113" extrusionOk="0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2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112" extrusionOk="0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11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21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1" extrusionOk="0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32" h="2942" extrusionOk="0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2" extrusionOk="0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41" extrusionOk="0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194" extrusionOk="0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4305" extrusionOk="0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4193" extrusionOk="0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4314" h="4306" extrusionOk="0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4306" extrusionOk="0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12" extrusionOk="0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21" extrusionOk="0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604" extrusionOk="0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7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6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606" extrusionOk="0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5" extrusionOk="0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04" extrusionOk="0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9" extrusionOk="0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927" extrusionOk="0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9" extrusionOk="0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31" extrusionOk="0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7046" extrusionOk="0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7" extrusionOk="0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3768" extrusionOk="0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78" extrusionOk="0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400" extrusionOk="0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1" extrusionOk="0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7" extrusionOk="0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avLst/>
                <a:gdLst/>
                <a:ahLst/>
                <a:cxnLst/>
                <a:rect l="l" t="t" r="r" b="b"/>
                <a:pathLst>
                  <a:path w="288" h="280" extrusionOk="0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400" extrusionOk="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22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2" extrusionOk="0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75" extrusionOk="0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62" extrusionOk="0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52" extrusionOk="0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69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6" extrusionOk="0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1" extrusionOk="0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46" extrusionOk="0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1" extrusionOk="0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69" extrusionOk="0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88" extrusionOk="0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070" extrusionOk="0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2183" extrusionOk="0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48" extrusionOk="0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661" extrusionOk="0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562" extrusionOk="0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avLst/>
                <a:gdLst/>
                <a:ahLst/>
                <a:cxnLst/>
                <a:rect l="l" t="t" r="r" b="b"/>
                <a:pathLst>
                  <a:path w="2218" h="3681" extrusionOk="0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5724" extrusionOk="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5836" extrusionOk="0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628" extrusionOk="0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740" extrusionOk="0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051" extrusionOk="0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53" extrusionOk="0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736" extrusionOk="0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6829" extrusionOk="0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6587" extrusionOk="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699" extrusionOk="0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836" extrusionOk="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947" extrusionOk="0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597" extrusionOk="0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1711" extrusionOk="0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avLst/>
                <a:gdLst/>
                <a:ahLst/>
                <a:cxnLst/>
                <a:rect l="l" t="t" r="r" b="b"/>
                <a:pathLst>
                  <a:path w="734" h="723" extrusionOk="0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30" extrusionOk="0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5" extrusionOk="0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28" extrusionOk="0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7047" extrusionOk="0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696" extrusionOk="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84" extrusionOk="0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3" h="604" extrusionOk="0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25" extrusionOk="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48" extrusionOk="0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78" extrusionOk="0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422" extrusionOk="0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543" extrusionOk="0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012" extrusionOk="0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4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6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5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22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2" extrusionOk="0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8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8" extrusionOk="0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2" extrusionOk="0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10" extrusionOk="0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604" extrusionOk="0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28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26" extrusionOk="0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avLst/>
                <a:gdLst/>
                <a:ahLst/>
                <a:cxnLst/>
                <a:rect l="l" t="t" r="r" b="b"/>
                <a:pathLst>
                  <a:path w="7246" h="7047" extrusionOk="0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avLst/>
                <a:gdLst/>
                <a:ahLst/>
                <a:cxnLst/>
                <a:rect l="l" t="t" r="r" b="b"/>
                <a:pathLst>
                  <a:path w="7905" h="6929" extrusionOk="0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4" extrusionOk="0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522" extrusionOk="0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6" extrusionOk="0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973" extrusionOk="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216" extrusionOk="0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973" extrusionOk="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16" extrusionOk="0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100" extrusionOk="0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1216" extrusionOk="0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253" extrusionOk="0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365" extrusionOk="0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8" extrusionOk="0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1" extrusionOk="0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5441862" y="1343334"/>
            <a:ext cx="2955370" cy="2456833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avLst/>
              <a:gdLst/>
              <a:ahLst/>
              <a:cxnLst/>
              <a:rect l="l" t="t" r="r" b="b"/>
              <a:pathLst>
                <a:path w="864" h="982" extrusionOk="0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avLst/>
              <a:gdLst/>
              <a:ahLst/>
              <a:cxnLst/>
              <a:rect l="l" t="t" r="r" b="b"/>
              <a:pathLst>
                <a:path w="335" h="325" extrusionOk="0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avLst/>
              <a:gdLst/>
              <a:ahLst/>
              <a:cxnLst/>
              <a:rect l="l" t="t" r="r" b="b"/>
              <a:pathLst>
                <a:path w="325" h="320" extrusionOk="0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avLst/>
              <a:gdLst/>
              <a:ahLst/>
              <a:cxnLst/>
              <a:rect l="l" t="t" r="r" b="b"/>
              <a:pathLst>
                <a:path w="2394" h="1773" extrusionOk="0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avLst/>
              <a:gdLst/>
              <a:ahLst/>
              <a:cxnLst/>
              <a:rect l="l" t="t" r="r" b="b"/>
              <a:pathLst>
                <a:path w="2506" h="1893" extrusionOk="0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avLst/>
              <a:gdLst/>
              <a:ahLst/>
              <a:cxnLst/>
              <a:rect l="l" t="t" r="r" b="b"/>
              <a:pathLst>
                <a:path w="2394" h="654" extrusionOk="0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avLst/>
              <a:gdLst/>
              <a:ahLst/>
              <a:cxnLst/>
              <a:rect l="l" t="t" r="r" b="b"/>
              <a:pathLst>
                <a:path w="2450" h="762" extrusionOk="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avLst/>
              <a:gdLst/>
              <a:ahLst/>
              <a:cxnLst/>
              <a:rect l="l" t="t" r="r" b="b"/>
              <a:pathLst>
                <a:path w="5706" h="1030" extrusionOk="0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avLst/>
              <a:gdLst/>
              <a:ahLst/>
              <a:cxnLst/>
              <a:rect l="l" t="t" r="r" b="b"/>
              <a:pathLst>
                <a:path w="5827" h="1151" extrusionOk="0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avLst/>
              <a:gdLst/>
              <a:ahLst/>
              <a:cxnLst/>
              <a:rect l="l" t="t" r="r" b="b"/>
              <a:pathLst>
                <a:path w="8090" h="4723" extrusionOk="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avLst/>
              <a:gdLst/>
              <a:ahLst/>
              <a:cxnLst/>
              <a:rect l="l" t="t" r="r" b="b"/>
              <a:pathLst>
                <a:path w="1263" h="511" extrusionOk="0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avLst/>
              <a:gdLst/>
              <a:ahLst/>
              <a:cxnLst/>
              <a:rect l="l" t="t" r="r" b="b"/>
              <a:pathLst>
                <a:path w="1383" h="631" extrusionOk="0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avLst/>
              <a:gdLst/>
              <a:ahLst/>
              <a:cxnLst/>
              <a:rect l="l" t="t" r="r" b="b"/>
              <a:pathLst>
                <a:path w="1262" h="474" extrusionOk="0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avLst/>
              <a:gdLst/>
              <a:ahLst/>
              <a:cxnLst/>
              <a:rect l="l" t="t" r="r" b="b"/>
              <a:pathLst>
                <a:path w="1383" h="604" extrusionOk="0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avLst/>
              <a:gdLst/>
              <a:ahLst/>
              <a:cxnLst/>
              <a:rect l="l" t="t" r="r" b="b"/>
              <a:pathLst>
                <a:path w="2876" h="1953" extrusionOk="0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3" r:id="rId8"/>
    <p:sldLayoutId id="2147483665" r:id="rId9"/>
    <p:sldLayoutId id="2147483666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anadiem.org/interpreting-critical-vital-signs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4"/>
          <p:cNvSpPr txBox="1">
            <a:spLocks noGrp="1"/>
          </p:cNvSpPr>
          <p:nvPr>
            <p:ph type="ctrTitle"/>
          </p:nvPr>
        </p:nvSpPr>
        <p:spPr>
          <a:xfrm>
            <a:off x="713225" y="188351"/>
            <a:ext cx="4370100" cy="29736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Patient Monitoring System</a:t>
            </a:r>
            <a:br>
              <a:rPr lang="en" sz="2800" dirty="0"/>
            </a:br>
            <a:br>
              <a:rPr lang="en" sz="2800" dirty="0"/>
            </a:br>
            <a:r>
              <a:rPr lang="en" sz="2000" dirty="0"/>
              <a:t>23CSE304 </a:t>
            </a:r>
            <a:br>
              <a:rPr lang="en" sz="2000" dirty="0"/>
            </a:br>
            <a:r>
              <a:rPr lang="en" sz="2000" dirty="0"/>
              <a:t>Embedded Systems </a:t>
            </a:r>
            <a:br>
              <a:rPr lang="en" sz="2000" dirty="0"/>
            </a:br>
            <a:r>
              <a:rPr lang="en" sz="2000" dirty="0"/>
              <a:t>Case Study</a:t>
            </a:r>
            <a:br>
              <a:rPr lang="en" sz="2800" dirty="0"/>
            </a:br>
            <a:endParaRPr sz="1800" b="0" dirty="0"/>
          </a:p>
        </p:txBody>
      </p:sp>
      <p:sp>
        <p:nvSpPr>
          <p:cNvPr id="711" name="Google Shape;711;p24"/>
          <p:cNvSpPr txBox="1">
            <a:spLocks noGrp="1"/>
          </p:cNvSpPr>
          <p:nvPr>
            <p:ph type="subTitle" idx="1"/>
          </p:nvPr>
        </p:nvSpPr>
        <p:spPr>
          <a:xfrm>
            <a:off x="713225" y="3050498"/>
            <a:ext cx="4370100" cy="22649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/>
              <a:t>Team Members: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Abhinav G 	- CB.SC.U4CSE23201</a:t>
            </a:r>
          </a:p>
          <a:p>
            <a:pPr marL="0" lvl="0" indent="0"/>
            <a:r>
              <a:rPr lang="en-US" dirty="0"/>
              <a:t>Darun R G 	- </a:t>
            </a:r>
            <a:r>
              <a:rPr lang="en" dirty="0"/>
              <a:t>CB.SC.U4CSE23215</a:t>
            </a:r>
          </a:p>
          <a:p>
            <a:pPr marL="0" lvl="0" indent="0"/>
            <a:r>
              <a:rPr lang="en" dirty="0"/>
              <a:t>Pradeep S	- CB.SC.U4CSE23232</a:t>
            </a:r>
          </a:p>
          <a:p>
            <a:pPr marL="0" lvl="0" indent="0"/>
            <a:r>
              <a:rPr lang="en" dirty="0"/>
              <a:t>Sathya Roopan M   - CB.SC.U4CSE23256</a:t>
            </a:r>
            <a:endParaRPr dirty="0"/>
          </a:p>
        </p:txBody>
      </p:sp>
      <p:grpSp>
        <p:nvGrpSpPr>
          <p:cNvPr id="712" name="Google Shape;712;p24"/>
          <p:cNvGrpSpPr/>
          <p:nvPr/>
        </p:nvGrpSpPr>
        <p:grpSpPr>
          <a:xfrm>
            <a:off x="5148240" y="1213448"/>
            <a:ext cx="3374953" cy="2676564"/>
            <a:chOff x="5148240" y="1213448"/>
            <a:chExt cx="3374953" cy="2676564"/>
          </a:xfrm>
        </p:grpSpPr>
        <p:grpSp>
          <p:nvGrpSpPr>
            <p:cNvPr id="713" name="Google Shape;713;p24"/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714" name="Google Shape;714;p24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4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4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4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4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4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4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4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2" name="Google Shape;722;p24"/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4"/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4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4"/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4"/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4"/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4"/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4"/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4"/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4"/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4"/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4"/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4"/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4"/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4"/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4"/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4"/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4"/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4"/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4"/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4"/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4"/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4"/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4"/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4"/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4"/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4"/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4"/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4"/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4"/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4"/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4"/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4"/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4"/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4"/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4"/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4"/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4"/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4"/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4"/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4"/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4"/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4"/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4"/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4"/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4"/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4"/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4"/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4"/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4"/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4"/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4"/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4"/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4"/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4"/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4"/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4"/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4"/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4"/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4"/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4"/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4"/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4"/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4"/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4"/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4"/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4"/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4"/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4"/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4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4"/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4"/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4"/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4"/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4"/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4"/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4"/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4"/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4"/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0" name="Google Shape;1020;p24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021" name="Google Shape;1021;p24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>
          <a:extLst>
            <a:ext uri="{FF2B5EF4-FFF2-40B4-BE49-F238E27FC236}">
              <a16:creationId xmlns:a16="http://schemas.microsoft.com/office/drawing/2014/main" id="{EB9606B6-36D6-6430-660B-8B6D827B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7">
            <a:extLst>
              <a:ext uri="{FF2B5EF4-FFF2-40B4-BE49-F238E27FC236}">
                <a16:creationId xmlns:a16="http://schemas.microsoft.com/office/drawing/2014/main" id="{99F60157-55B3-413A-39CB-63CB4BCC3B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4239" y="1251585"/>
            <a:ext cx="4306500" cy="28901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en-US" sz="1400" dirty="0"/>
          </a:p>
          <a:p>
            <a:pPr marL="0" lvl="0" indent="0"/>
            <a:r>
              <a:rPr lang="en-US" sz="1400" dirty="0"/>
              <a:t>Traditional health monitoring often requires patients to visit hospitals or clinics for basic vitals measurement like heart rate, SpO₂, and body temperature. This creates difficulties for patients in remote areas, elderly people, or those requiring continuous monitoring, as frequent hospital visits are inconvenient and costly.</a:t>
            </a:r>
          </a:p>
          <a:p>
            <a:pPr marL="0" lvl="0" indent="0"/>
            <a:endParaRPr lang="en-US" sz="1400" dirty="0"/>
          </a:p>
          <a:p>
            <a:pPr marL="0" lvl="0" indent="0"/>
            <a:r>
              <a:rPr lang="en-US" sz="1400" dirty="0"/>
              <a:t>There is a need for a low-cost, portable, and real-time patient health monitoring system that can:- Continuously record vital signs such as pulse rate (BPM), blood oxygen saturation (SpO₂), and body temperature.</a:t>
            </a:r>
            <a:endParaRPr sz="1400" dirty="0"/>
          </a:p>
        </p:txBody>
      </p:sp>
      <p:sp>
        <p:nvSpPr>
          <p:cNvPr id="1213" name="Google Shape;1213;p27">
            <a:extLst>
              <a:ext uri="{FF2B5EF4-FFF2-40B4-BE49-F238E27FC236}">
                <a16:creationId xmlns:a16="http://schemas.microsoft.com/office/drawing/2014/main" id="{E7E659AC-3BAB-5C1D-3FBE-2E5DF2AC11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644526"/>
            <a:ext cx="4306500" cy="6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Statement:</a:t>
            </a:r>
            <a:endParaRPr dirty="0"/>
          </a:p>
        </p:txBody>
      </p:sp>
      <p:grpSp>
        <p:nvGrpSpPr>
          <p:cNvPr id="1215" name="Google Shape;1215;p27">
            <a:extLst>
              <a:ext uri="{FF2B5EF4-FFF2-40B4-BE49-F238E27FC236}">
                <a16:creationId xmlns:a16="http://schemas.microsoft.com/office/drawing/2014/main" id="{A7468DF1-BC49-16D1-4D48-8CF09EFE21E0}"/>
              </a:ext>
            </a:extLst>
          </p:cNvPr>
          <p:cNvGrpSpPr/>
          <p:nvPr/>
        </p:nvGrpSpPr>
        <p:grpSpPr>
          <a:xfrm>
            <a:off x="7167353" y="2780918"/>
            <a:ext cx="1466650" cy="1625713"/>
            <a:chOff x="6964178" y="2817557"/>
            <a:chExt cx="1466650" cy="1625713"/>
          </a:xfrm>
        </p:grpSpPr>
        <p:sp>
          <p:nvSpPr>
            <p:cNvPr id="1216" name="Google Shape;1216;p27">
              <a:extLst>
                <a:ext uri="{FF2B5EF4-FFF2-40B4-BE49-F238E27FC236}">
                  <a16:creationId xmlns:a16="http://schemas.microsoft.com/office/drawing/2014/main" id="{2F8EF0A0-A674-4326-D131-6369B6F97D79}"/>
                </a:ext>
              </a:extLst>
            </p:cNvPr>
            <p:cNvSpPr/>
            <p:nvPr/>
          </p:nvSpPr>
          <p:spPr>
            <a:xfrm>
              <a:off x="8050212" y="2817557"/>
              <a:ext cx="149334" cy="149334"/>
            </a:xfrm>
            <a:custGeom>
              <a:avLst/>
              <a:gdLst/>
              <a:ahLst/>
              <a:cxnLst/>
              <a:rect l="l" t="t" r="r" b="b"/>
              <a:pathLst>
                <a:path w="1875" h="1875" extrusionOk="0">
                  <a:moveTo>
                    <a:pt x="938" y="177"/>
                  </a:moveTo>
                  <a:lnTo>
                    <a:pt x="1198" y="650"/>
                  </a:lnTo>
                  <a:cubicBezTo>
                    <a:pt x="1207" y="659"/>
                    <a:pt x="1216" y="668"/>
                    <a:pt x="1225" y="678"/>
                  </a:cubicBezTo>
                  <a:lnTo>
                    <a:pt x="1699" y="937"/>
                  </a:lnTo>
                  <a:lnTo>
                    <a:pt x="1225" y="1197"/>
                  </a:lnTo>
                  <a:cubicBezTo>
                    <a:pt x="1216" y="1197"/>
                    <a:pt x="1207" y="1206"/>
                    <a:pt x="1198" y="1216"/>
                  </a:cubicBezTo>
                  <a:lnTo>
                    <a:pt x="938" y="1689"/>
                  </a:lnTo>
                  <a:lnTo>
                    <a:pt x="678" y="1216"/>
                  </a:lnTo>
                  <a:cubicBezTo>
                    <a:pt x="678" y="1206"/>
                    <a:pt x="669" y="1197"/>
                    <a:pt x="660" y="1197"/>
                  </a:cubicBezTo>
                  <a:lnTo>
                    <a:pt x="186" y="928"/>
                  </a:lnTo>
                  <a:lnTo>
                    <a:pt x="660" y="678"/>
                  </a:lnTo>
                  <a:cubicBezTo>
                    <a:pt x="669" y="668"/>
                    <a:pt x="678" y="659"/>
                    <a:pt x="678" y="650"/>
                  </a:cubicBezTo>
                  <a:lnTo>
                    <a:pt x="938" y="177"/>
                  </a:lnTo>
                  <a:close/>
                  <a:moveTo>
                    <a:pt x="938" y="0"/>
                  </a:moveTo>
                  <a:cubicBezTo>
                    <a:pt x="919" y="0"/>
                    <a:pt x="901" y="10"/>
                    <a:pt x="891" y="28"/>
                  </a:cubicBezTo>
                  <a:lnTo>
                    <a:pt x="585" y="585"/>
                  </a:lnTo>
                  <a:lnTo>
                    <a:pt x="29" y="882"/>
                  </a:lnTo>
                  <a:cubicBezTo>
                    <a:pt x="10" y="891"/>
                    <a:pt x="1" y="910"/>
                    <a:pt x="1" y="928"/>
                  </a:cubicBezTo>
                  <a:cubicBezTo>
                    <a:pt x="1" y="956"/>
                    <a:pt x="10" y="974"/>
                    <a:pt x="29" y="984"/>
                  </a:cubicBezTo>
                  <a:lnTo>
                    <a:pt x="585" y="1290"/>
                  </a:lnTo>
                  <a:lnTo>
                    <a:pt x="882" y="1837"/>
                  </a:lnTo>
                  <a:cubicBezTo>
                    <a:pt x="901" y="1856"/>
                    <a:pt x="919" y="1874"/>
                    <a:pt x="938" y="1874"/>
                  </a:cubicBezTo>
                  <a:cubicBezTo>
                    <a:pt x="956" y="1874"/>
                    <a:pt x="975" y="1856"/>
                    <a:pt x="984" y="1837"/>
                  </a:cubicBezTo>
                  <a:lnTo>
                    <a:pt x="1290" y="1290"/>
                  </a:lnTo>
                  <a:lnTo>
                    <a:pt x="1847" y="984"/>
                  </a:lnTo>
                  <a:cubicBezTo>
                    <a:pt x="1866" y="974"/>
                    <a:pt x="1875" y="956"/>
                    <a:pt x="1875" y="937"/>
                  </a:cubicBezTo>
                  <a:cubicBezTo>
                    <a:pt x="1875" y="919"/>
                    <a:pt x="1866" y="900"/>
                    <a:pt x="1847" y="882"/>
                  </a:cubicBezTo>
                  <a:lnTo>
                    <a:pt x="1290" y="585"/>
                  </a:lnTo>
                  <a:lnTo>
                    <a:pt x="994" y="28"/>
                  </a:lnTo>
                  <a:cubicBezTo>
                    <a:pt x="984" y="10"/>
                    <a:pt x="966" y="0"/>
                    <a:pt x="9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7">
              <a:extLst>
                <a:ext uri="{FF2B5EF4-FFF2-40B4-BE49-F238E27FC236}">
                  <a16:creationId xmlns:a16="http://schemas.microsoft.com/office/drawing/2014/main" id="{6E61385D-260D-4B80-B877-53FDA6AE0FCC}"/>
                </a:ext>
              </a:extLst>
            </p:cNvPr>
            <p:cNvSpPr/>
            <p:nvPr/>
          </p:nvSpPr>
          <p:spPr>
            <a:xfrm>
              <a:off x="8311760" y="3539546"/>
              <a:ext cx="9000" cy="60689"/>
            </a:xfrm>
            <a:custGeom>
              <a:avLst/>
              <a:gdLst/>
              <a:ahLst/>
              <a:cxnLst/>
              <a:rect l="l" t="t" r="r" b="b"/>
              <a:pathLst>
                <a:path w="113" h="762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lnTo>
                    <a:pt x="1" y="706"/>
                  </a:lnTo>
                  <a:cubicBezTo>
                    <a:pt x="1" y="734"/>
                    <a:pt x="20" y="761"/>
                    <a:pt x="57" y="761"/>
                  </a:cubicBezTo>
                  <a:cubicBezTo>
                    <a:pt x="84" y="761"/>
                    <a:pt x="112" y="734"/>
                    <a:pt x="112" y="706"/>
                  </a:cubicBezTo>
                  <a:lnTo>
                    <a:pt x="112" y="56"/>
                  </a:lnTo>
                  <a:cubicBezTo>
                    <a:pt x="112" y="2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7">
              <a:extLst>
                <a:ext uri="{FF2B5EF4-FFF2-40B4-BE49-F238E27FC236}">
                  <a16:creationId xmlns:a16="http://schemas.microsoft.com/office/drawing/2014/main" id="{F097DC78-8127-EDEE-5AC4-7339C905F00D}"/>
                </a:ext>
              </a:extLst>
            </p:cNvPr>
            <p:cNvSpPr/>
            <p:nvPr/>
          </p:nvSpPr>
          <p:spPr>
            <a:xfrm>
              <a:off x="8311760" y="3671118"/>
              <a:ext cx="9000" cy="59893"/>
            </a:xfrm>
            <a:custGeom>
              <a:avLst/>
              <a:gdLst/>
              <a:ahLst/>
              <a:cxnLst/>
              <a:rect l="l" t="t" r="r" b="b"/>
              <a:pathLst>
                <a:path w="113" h="75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0" y="751"/>
                    <a:pt x="57" y="751"/>
                  </a:cubicBezTo>
                  <a:cubicBezTo>
                    <a:pt x="84" y="751"/>
                    <a:pt x="112" y="733"/>
                    <a:pt x="112" y="69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7">
              <a:extLst>
                <a:ext uri="{FF2B5EF4-FFF2-40B4-BE49-F238E27FC236}">
                  <a16:creationId xmlns:a16="http://schemas.microsoft.com/office/drawing/2014/main" id="{CF8E0DEA-ED6F-BBAC-73D3-4229EF91C516}"/>
                </a:ext>
              </a:extLst>
            </p:cNvPr>
            <p:cNvSpPr/>
            <p:nvPr/>
          </p:nvSpPr>
          <p:spPr>
            <a:xfrm>
              <a:off x="8351662" y="3631217"/>
              <a:ext cx="60689" cy="8920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697" y="111"/>
                  </a:lnTo>
                  <a:cubicBezTo>
                    <a:pt x="734" y="111"/>
                    <a:pt x="762" y="84"/>
                    <a:pt x="762" y="56"/>
                  </a:cubicBezTo>
                  <a:cubicBezTo>
                    <a:pt x="762" y="19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7">
              <a:extLst>
                <a:ext uri="{FF2B5EF4-FFF2-40B4-BE49-F238E27FC236}">
                  <a16:creationId xmlns:a16="http://schemas.microsoft.com/office/drawing/2014/main" id="{DB0BB17F-1529-EC78-E34B-251BE9402AE1}"/>
                </a:ext>
              </a:extLst>
            </p:cNvPr>
            <p:cNvSpPr/>
            <p:nvPr/>
          </p:nvSpPr>
          <p:spPr>
            <a:xfrm>
              <a:off x="8220169" y="3631217"/>
              <a:ext cx="60689" cy="8920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1"/>
                    <a:pt x="66" y="111"/>
                  </a:cubicBezTo>
                  <a:lnTo>
                    <a:pt x="706" y="111"/>
                  </a:lnTo>
                  <a:cubicBezTo>
                    <a:pt x="734" y="111"/>
                    <a:pt x="761" y="84"/>
                    <a:pt x="761" y="56"/>
                  </a:cubicBezTo>
                  <a:cubicBezTo>
                    <a:pt x="761" y="19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7">
              <a:extLst>
                <a:ext uri="{FF2B5EF4-FFF2-40B4-BE49-F238E27FC236}">
                  <a16:creationId xmlns:a16="http://schemas.microsoft.com/office/drawing/2014/main" id="{91570623-DBE4-81D1-60BE-314E922DB2C6}"/>
                </a:ext>
              </a:extLst>
            </p:cNvPr>
            <p:cNvSpPr/>
            <p:nvPr/>
          </p:nvSpPr>
          <p:spPr>
            <a:xfrm>
              <a:off x="8251948" y="3663711"/>
              <a:ext cx="36318" cy="36238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7">
              <a:extLst>
                <a:ext uri="{FF2B5EF4-FFF2-40B4-BE49-F238E27FC236}">
                  <a16:creationId xmlns:a16="http://schemas.microsoft.com/office/drawing/2014/main" id="{D572BE70-AFCE-1F6E-C5A9-B331414A91DA}"/>
                </a:ext>
              </a:extLst>
            </p:cNvPr>
            <p:cNvSpPr/>
            <p:nvPr/>
          </p:nvSpPr>
          <p:spPr>
            <a:xfrm>
              <a:off x="8246771" y="3659092"/>
              <a:ext cx="46672" cy="45318"/>
            </a:xfrm>
            <a:custGeom>
              <a:avLst/>
              <a:gdLst/>
              <a:ahLst/>
              <a:cxnLst/>
              <a:rect l="l" t="t" r="r" b="b"/>
              <a:pathLst>
                <a:path w="586" h="569" extrusionOk="0">
                  <a:moveTo>
                    <a:pt x="519" y="0"/>
                  </a:moveTo>
                  <a:cubicBezTo>
                    <a:pt x="504" y="0"/>
                    <a:pt x="488" y="7"/>
                    <a:pt x="474" y="21"/>
                  </a:cubicBezTo>
                  <a:lnTo>
                    <a:pt x="19" y="476"/>
                  </a:lnTo>
                  <a:cubicBezTo>
                    <a:pt x="1" y="494"/>
                    <a:pt x="1" y="531"/>
                    <a:pt x="19" y="550"/>
                  </a:cubicBezTo>
                  <a:cubicBezTo>
                    <a:pt x="38" y="568"/>
                    <a:pt x="47" y="568"/>
                    <a:pt x="66" y="568"/>
                  </a:cubicBezTo>
                  <a:cubicBezTo>
                    <a:pt x="75" y="568"/>
                    <a:pt x="93" y="568"/>
                    <a:pt x="103" y="550"/>
                  </a:cubicBezTo>
                  <a:lnTo>
                    <a:pt x="557" y="105"/>
                  </a:lnTo>
                  <a:cubicBezTo>
                    <a:pt x="585" y="77"/>
                    <a:pt x="585" y="40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7">
              <a:extLst>
                <a:ext uri="{FF2B5EF4-FFF2-40B4-BE49-F238E27FC236}">
                  <a16:creationId xmlns:a16="http://schemas.microsoft.com/office/drawing/2014/main" id="{98CBDCF1-5979-C058-0794-CD69DC993D22}"/>
                </a:ext>
              </a:extLst>
            </p:cNvPr>
            <p:cNvSpPr/>
            <p:nvPr/>
          </p:nvSpPr>
          <p:spPr>
            <a:xfrm>
              <a:off x="8344335" y="3571324"/>
              <a:ext cx="36238" cy="35521"/>
            </a:xfrm>
            <a:custGeom>
              <a:avLst/>
              <a:gdLst/>
              <a:ahLst/>
              <a:cxnLst/>
              <a:rect l="l" t="t" r="r" b="b"/>
              <a:pathLst>
                <a:path w="455" h="446" extrusionOk="0">
                  <a:moveTo>
                    <a:pt x="0" y="44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7">
              <a:extLst>
                <a:ext uri="{FF2B5EF4-FFF2-40B4-BE49-F238E27FC236}">
                  <a16:creationId xmlns:a16="http://schemas.microsoft.com/office/drawing/2014/main" id="{4ED30098-FACE-2BE9-873E-EAA16B4DB36B}"/>
                </a:ext>
              </a:extLst>
            </p:cNvPr>
            <p:cNvSpPr/>
            <p:nvPr/>
          </p:nvSpPr>
          <p:spPr>
            <a:xfrm>
              <a:off x="8339158" y="3566545"/>
              <a:ext cx="46592" cy="45477"/>
            </a:xfrm>
            <a:custGeom>
              <a:avLst/>
              <a:gdLst/>
              <a:ahLst/>
              <a:cxnLst/>
              <a:rect l="l" t="t" r="r" b="b"/>
              <a:pathLst>
                <a:path w="585" h="571" extrusionOk="0">
                  <a:moveTo>
                    <a:pt x="521" y="0"/>
                  </a:moveTo>
                  <a:cubicBezTo>
                    <a:pt x="506" y="0"/>
                    <a:pt x="492" y="5"/>
                    <a:pt x="483" y="14"/>
                  </a:cubicBezTo>
                  <a:lnTo>
                    <a:pt x="28" y="469"/>
                  </a:lnTo>
                  <a:cubicBezTo>
                    <a:pt x="0" y="487"/>
                    <a:pt x="0" y="525"/>
                    <a:pt x="28" y="552"/>
                  </a:cubicBezTo>
                  <a:cubicBezTo>
                    <a:pt x="37" y="562"/>
                    <a:pt x="56" y="571"/>
                    <a:pt x="65" y="571"/>
                  </a:cubicBezTo>
                  <a:cubicBezTo>
                    <a:pt x="84" y="571"/>
                    <a:pt x="93" y="562"/>
                    <a:pt x="112" y="552"/>
                  </a:cubicBezTo>
                  <a:lnTo>
                    <a:pt x="566" y="98"/>
                  </a:lnTo>
                  <a:cubicBezTo>
                    <a:pt x="585" y="70"/>
                    <a:pt x="585" y="42"/>
                    <a:pt x="566" y="14"/>
                  </a:cubicBezTo>
                  <a:cubicBezTo>
                    <a:pt x="552" y="5"/>
                    <a:pt x="536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7">
              <a:extLst>
                <a:ext uri="{FF2B5EF4-FFF2-40B4-BE49-F238E27FC236}">
                  <a16:creationId xmlns:a16="http://schemas.microsoft.com/office/drawing/2014/main" id="{5A7F32D1-BC50-C59D-F976-182AFE7ABF48}"/>
                </a:ext>
              </a:extLst>
            </p:cNvPr>
            <p:cNvSpPr/>
            <p:nvPr/>
          </p:nvSpPr>
          <p:spPr>
            <a:xfrm>
              <a:off x="8251948" y="3571324"/>
              <a:ext cx="36318" cy="35521"/>
            </a:xfrm>
            <a:custGeom>
              <a:avLst/>
              <a:gdLst/>
              <a:ahLst/>
              <a:cxnLst/>
              <a:rect l="l" t="t" r="r" b="b"/>
              <a:pathLst>
                <a:path w="456" h="446" extrusionOk="0">
                  <a:moveTo>
                    <a:pt x="1" y="1"/>
                  </a:moveTo>
                  <a:lnTo>
                    <a:pt x="455" y="44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7">
              <a:extLst>
                <a:ext uri="{FF2B5EF4-FFF2-40B4-BE49-F238E27FC236}">
                  <a16:creationId xmlns:a16="http://schemas.microsoft.com/office/drawing/2014/main" id="{6D800F18-2728-B12D-0E42-618249B7E4AC}"/>
                </a:ext>
              </a:extLst>
            </p:cNvPr>
            <p:cNvSpPr/>
            <p:nvPr/>
          </p:nvSpPr>
          <p:spPr>
            <a:xfrm>
              <a:off x="8246771" y="3566545"/>
              <a:ext cx="46672" cy="45477"/>
            </a:xfrm>
            <a:custGeom>
              <a:avLst/>
              <a:gdLst/>
              <a:ahLst/>
              <a:cxnLst/>
              <a:rect l="l" t="t" r="r" b="b"/>
              <a:pathLst>
                <a:path w="586" h="571" extrusionOk="0">
                  <a:moveTo>
                    <a:pt x="64" y="0"/>
                  </a:moveTo>
                  <a:cubicBezTo>
                    <a:pt x="49" y="0"/>
                    <a:pt x="33" y="5"/>
                    <a:pt x="19" y="14"/>
                  </a:cubicBezTo>
                  <a:cubicBezTo>
                    <a:pt x="1" y="42"/>
                    <a:pt x="1" y="70"/>
                    <a:pt x="19" y="98"/>
                  </a:cubicBezTo>
                  <a:lnTo>
                    <a:pt x="474" y="552"/>
                  </a:lnTo>
                  <a:cubicBezTo>
                    <a:pt x="483" y="562"/>
                    <a:pt x="502" y="571"/>
                    <a:pt x="520" y="571"/>
                  </a:cubicBezTo>
                  <a:cubicBezTo>
                    <a:pt x="529" y="571"/>
                    <a:pt x="548" y="562"/>
                    <a:pt x="557" y="552"/>
                  </a:cubicBezTo>
                  <a:cubicBezTo>
                    <a:pt x="585" y="525"/>
                    <a:pt x="585" y="487"/>
                    <a:pt x="557" y="469"/>
                  </a:cubicBezTo>
                  <a:lnTo>
                    <a:pt x="103" y="14"/>
                  </a:lnTo>
                  <a:cubicBezTo>
                    <a:pt x="93" y="5"/>
                    <a:pt x="7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7">
              <a:extLst>
                <a:ext uri="{FF2B5EF4-FFF2-40B4-BE49-F238E27FC236}">
                  <a16:creationId xmlns:a16="http://schemas.microsoft.com/office/drawing/2014/main" id="{052E8014-572F-A546-5376-38D8CAAE36D8}"/>
                </a:ext>
              </a:extLst>
            </p:cNvPr>
            <p:cNvSpPr/>
            <p:nvPr/>
          </p:nvSpPr>
          <p:spPr>
            <a:xfrm>
              <a:off x="8344335" y="3663711"/>
              <a:ext cx="36238" cy="36238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7">
              <a:extLst>
                <a:ext uri="{FF2B5EF4-FFF2-40B4-BE49-F238E27FC236}">
                  <a16:creationId xmlns:a16="http://schemas.microsoft.com/office/drawing/2014/main" id="{264AB9E8-581D-6C7D-A2FF-E0BB1ED33B33}"/>
                </a:ext>
              </a:extLst>
            </p:cNvPr>
            <p:cNvSpPr/>
            <p:nvPr/>
          </p:nvSpPr>
          <p:spPr>
            <a:xfrm>
              <a:off x="8339158" y="3659092"/>
              <a:ext cx="46592" cy="45318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66" y="0"/>
                  </a:moveTo>
                  <a:cubicBezTo>
                    <a:pt x="51" y="0"/>
                    <a:pt x="37" y="7"/>
                    <a:pt x="28" y="21"/>
                  </a:cubicBezTo>
                  <a:cubicBezTo>
                    <a:pt x="0" y="40"/>
                    <a:pt x="0" y="77"/>
                    <a:pt x="28" y="105"/>
                  </a:cubicBezTo>
                  <a:lnTo>
                    <a:pt x="483" y="550"/>
                  </a:lnTo>
                  <a:cubicBezTo>
                    <a:pt x="492" y="568"/>
                    <a:pt x="510" y="568"/>
                    <a:pt x="520" y="568"/>
                  </a:cubicBezTo>
                  <a:cubicBezTo>
                    <a:pt x="538" y="568"/>
                    <a:pt x="548" y="568"/>
                    <a:pt x="566" y="550"/>
                  </a:cubicBezTo>
                  <a:cubicBezTo>
                    <a:pt x="585" y="531"/>
                    <a:pt x="585" y="494"/>
                    <a:pt x="566" y="476"/>
                  </a:cubicBezTo>
                  <a:lnTo>
                    <a:pt x="112" y="21"/>
                  </a:lnTo>
                  <a:cubicBezTo>
                    <a:pt x="98" y="7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7">
              <a:extLst>
                <a:ext uri="{FF2B5EF4-FFF2-40B4-BE49-F238E27FC236}">
                  <a16:creationId xmlns:a16="http://schemas.microsoft.com/office/drawing/2014/main" id="{F6FF9549-F96C-4A08-E70E-C7C43ECF6DAA}"/>
                </a:ext>
              </a:extLst>
            </p:cNvPr>
            <p:cNvSpPr/>
            <p:nvPr/>
          </p:nvSpPr>
          <p:spPr>
            <a:xfrm>
              <a:off x="8376830" y="3208544"/>
              <a:ext cx="53999" cy="54795"/>
            </a:xfrm>
            <a:custGeom>
              <a:avLst/>
              <a:gdLst/>
              <a:ahLst/>
              <a:cxnLst/>
              <a:rect l="l" t="t" r="r" b="b"/>
              <a:pathLst>
                <a:path w="678" h="688" extrusionOk="0">
                  <a:moveTo>
                    <a:pt x="334" y="121"/>
                  </a:moveTo>
                  <a:cubicBezTo>
                    <a:pt x="464" y="121"/>
                    <a:pt x="566" y="223"/>
                    <a:pt x="566" y="344"/>
                  </a:cubicBezTo>
                  <a:cubicBezTo>
                    <a:pt x="566" y="474"/>
                    <a:pt x="464" y="567"/>
                    <a:pt x="334" y="567"/>
                  </a:cubicBezTo>
                  <a:cubicBezTo>
                    <a:pt x="214" y="567"/>
                    <a:pt x="112" y="474"/>
                    <a:pt x="112" y="344"/>
                  </a:cubicBezTo>
                  <a:cubicBezTo>
                    <a:pt x="112" y="223"/>
                    <a:pt x="214" y="121"/>
                    <a:pt x="334" y="121"/>
                  </a:cubicBezTo>
                  <a:close/>
                  <a:moveTo>
                    <a:pt x="334" y="1"/>
                  </a:moveTo>
                  <a:cubicBezTo>
                    <a:pt x="149" y="1"/>
                    <a:pt x="0" y="159"/>
                    <a:pt x="0" y="344"/>
                  </a:cubicBezTo>
                  <a:cubicBezTo>
                    <a:pt x="0" y="530"/>
                    <a:pt x="149" y="687"/>
                    <a:pt x="334" y="687"/>
                  </a:cubicBezTo>
                  <a:cubicBezTo>
                    <a:pt x="529" y="687"/>
                    <a:pt x="678" y="530"/>
                    <a:pt x="678" y="344"/>
                  </a:cubicBezTo>
                  <a:cubicBezTo>
                    <a:pt x="678" y="159"/>
                    <a:pt x="529" y="1"/>
                    <a:pt x="3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7">
              <a:extLst>
                <a:ext uri="{FF2B5EF4-FFF2-40B4-BE49-F238E27FC236}">
                  <a16:creationId xmlns:a16="http://schemas.microsoft.com/office/drawing/2014/main" id="{97DC6DD3-9CD2-971E-E134-372610131119}"/>
                </a:ext>
              </a:extLst>
            </p:cNvPr>
            <p:cNvSpPr/>
            <p:nvPr/>
          </p:nvSpPr>
          <p:spPr>
            <a:xfrm>
              <a:off x="7681743" y="3168650"/>
              <a:ext cx="135237" cy="164865"/>
            </a:xfrm>
            <a:custGeom>
              <a:avLst/>
              <a:gdLst/>
              <a:ahLst/>
              <a:cxnLst/>
              <a:rect l="l" t="t" r="r" b="b"/>
              <a:pathLst>
                <a:path w="1698" h="2070" extrusionOk="0">
                  <a:moveTo>
                    <a:pt x="1642" y="1"/>
                  </a:moveTo>
                  <a:cubicBezTo>
                    <a:pt x="659" y="168"/>
                    <a:pt x="0" y="1095"/>
                    <a:pt x="167" y="2069"/>
                  </a:cubicBezTo>
                  <a:lnTo>
                    <a:pt x="167" y="2069"/>
                  </a:lnTo>
                  <a:lnTo>
                    <a:pt x="510" y="2014"/>
                  </a:lnTo>
                  <a:cubicBezTo>
                    <a:pt x="501" y="1930"/>
                    <a:pt x="492" y="1847"/>
                    <a:pt x="492" y="1772"/>
                  </a:cubicBezTo>
                  <a:cubicBezTo>
                    <a:pt x="492" y="1049"/>
                    <a:pt x="1011" y="455"/>
                    <a:pt x="1698" y="335"/>
                  </a:cubicBezTo>
                  <a:lnTo>
                    <a:pt x="16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7">
              <a:extLst>
                <a:ext uri="{FF2B5EF4-FFF2-40B4-BE49-F238E27FC236}">
                  <a16:creationId xmlns:a16="http://schemas.microsoft.com/office/drawing/2014/main" id="{38EAAD5F-1248-D0D4-D06C-66B397834FFB}"/>
                </a:ext>
              </a:extLst>
            </p:cNvPr>
            <p:cNvSpPr/>
            <p:nvPr/>
          </p:nvSpPr>
          <p:spPr>
            <a:xfrm>
              <a:off x="7684690" y="3164031"/>
              <a:ext cx="136750" cy="173865"/>
            </a:xfrm>
            <a:custGeom>
              <a:avLst/>
              <a:gdLst/>
              <a:ahLst/>
              <a:cxnLst/>
              <a:rect l="l" t="t" r="r" b="b"/>
              <a:pathLst>
                <a:path w="1717" h="2183" extrusionOk="0">
                  <a:moveTo>
                    <a:pt x="1559" y="114"/>
                  </a:moveTo>
                  <a:lnTo>
                    <a:pt x="1596" y="346"/>
                  </a:lnTo>
                  <a:cubicBezTo>
                    <a:pt x="900" y="495"/>
                    <a:pt x="399" y="1107"/>
                    <a:pt x="399" y="1830"/>
                  </a:cubicBezTo>
                  <a:cubicBezTo>
                    <a:pt x="399" y="1886"/>
                    <a:pt x="409" y="1951"/>
                    <a:pt x="418" y="2025"/>
                  </a:cubicBezTo>
                  <a:lnTo>
                    <a:pt x="177" y="2062"/>
                  </a:lnTo>
                  <a:cubicBezTo>
                    <a:pt x="112" y="1626"/>
                    <a:pt x="223" y="1181"/>
                    <a:pt x="483" y="819"/>
                  </a:cubicBezTo>
                  <a:cubicBezTo>
                    <a:pt x="742" y="448"/>
                    <a:pt x="1123" y="207"/>
                    <a:pt x="1559" y="114"/>
                  </a:cubicBezTo>
                  <a:close/>
                  <a:moveTo>
                    <a:pt x="1610" y="1"/>
                  </a:moveTo>
                  <a:cubicBezTo>
                    <a:pt x="1605" y="1"/>
                    <a:pt x="1601" y="1"/>
                    <a:pt x="1596" y="3"/>
                  </a:cubicBezTo>
                  <a:cubicBezTo>
                    <a:pt x="1104" y="86"/>
                    <a:pt x="678" y="355"/>
                    <a:pt x="390" y="754"/>
                  </a:cubicBezTo>
                  <a:cubicBezTo>
                    <a:pt x="112" y="1163"/>
                    <a:pt x="0" y="1645"/>
                    <a:pt x="75" y="2137"/>
                  </a:cubicBezTo>
                  <a:cubicBezTo>
                    <a:pt x="84" y="2164"/>
                    <a:pt x="102" y="2183"/>
                    <a:pt x="130" y="2183"/>
                  </a:cubicBezTo>
                  <a:cubicBezTo>
                    <a:pt x="130" y="2183"/>
                    <a:pt x="139" y="2183"/>
                    <a:pt x="139" y="2174"/>
                  </a:cubicBezTo>
                  <a:lnTo>
                    <a:pt x="483" y="2118"/>
                  </a:lnTo>
                  <a:cubicBezTo>
                    <a:pt x="511" y="2109"/>
                    <a:pt x="529" y="2090"/>
                    <a:pt x="529" y="2053"/>
                  </a:cubicBezTo>
                  <a:cubicBezTo>
                    <a:pt x="511" y="1970"/>
                    <a:pt x="511" y="1895"/>
                    <a:pt x="511" y="1821"/>
                  </a:cubicBezTo>
                  <a:cubicBezTo>
                    <a:pt x="511" y="1144"/>
                    <a:pt x="993" y="560"/>
                    <a:pt x="1670" y="439"/>
                  </a:cubicBezTo>
                  <a:cubicBezTo>
                    <a:pt x="1698" y="439"/>
                    <a:pt x="1717" y="411"/>
                    <a:pt x="1707" y="383"/>
                  </a:cubicBezTo>
                  <a:lnTo>
                    <a:pt x="1652" y="49"/>
                  </a:lnTo>
                  <a:cubicBezTo>
                    <a:pt x="1652" y="19"/>
                    <a:pt x="1632" y="1"/>
                    <a:pt x="1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7">
              <a:extLst>
                <a:ext uri="{FF2B5EF4-FFF2-40B4-BE49-F238E27FC236}">
                  <a16:creationId xmlns:a16="http://schemas.microsoft.com/office/drawing/2014/main" id="{23704E7C-F16B-0B2C-9FB0-6D5071711AEC}"/>
                </a:ext>
              </a:extLst>
            </p:cNvPr>
            <p:cNvSpPr/>
            <p:nvPr/>
          </p:nvSpPr>
          <p:spPr>
            <a:xfrm>
              <a:off x="7695044" y="3328974"/>
              <a:ext cx="164786" cy="123290"/>
            </a:xfrm>
            <a:custGeom>
              <a:avLst/>
              <a:gdLst/>
              <a:ahLst/>
              <a:cxnLst/>
              <a:rect l="l" t="t" r="r" b="b"/>
              <a:pathLst>
                <a:path w="2069" h="1548" extrusionOk="0">
                  <a:moveTo>
                    <a:pt x="343" y="1"/>
                  </a:moveTo>
                  <a:lnTo>
                    <a:pt x="0" y="56"/>
                  </a:lnTo>
                  <a:cubicBezTo>
                    <a:pt x="150" y="929"/>
                    <a:pt x="909" y="1548"/>
                    <a:pt x="1766" y="1548"/>
                  </a:cubicBezTo>
                  <a:cubicBezTo>
                    <a:pt x="1866" y="1548"/>
                    <a:pt x="1967" y="1539"/>
                    <a:pt x="2069" y="1522"/>
                  </a:cubicBezTo>
                  <a:lnTo>
                    <a:pt x="2013" y="1197"/>
                  </a:lnTo>
                  <a:cubicBezTo>
                    <a:pt x="1939" y="1207"/>
                    <a:pt x="1865" y="1216"/>
                    <a:pt x="1781" y="1216"/>
                  </a:cubicBezTo>
                  <a:cubicBezTo>
                    <a:pt x="1058" y="1216"/>
                    <a:pt x="464" y="687"/>
                    <a:pt x="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7">
              <a:extLst>
                <a:ext uri="{FF2B5EF4-FFF2-40B4-BE49-F238E27FC236}">
                  <a16:creationId xmlns:a16="http://schemas.microsoft.com/office/drawing/2014/main" id="{5B28270A-4DE5-FAF8-EDD8-0DC2FFC8C560}"/>
                </a:ext>
              </a:extLst>
            </p:cNvPr>
            <p:cNvSpPr/>
            <p:nvPr/>
          </p:nvSpPr>
          <p:spPr>
            <a:xfrm>
              <a:off x="7690583" y="3324594"/>
              <a:ext cx="173706" cy="132290"/>
            </a:xfrm>
            <a:custGeom>
              <a:avLst/>
              <a:gdLst/>
              <a:ahLst/>
              <a:cxnLst/>
              <a:rect l="l" t="t" r="r" b="b"/>
              <a:pathLst>
                <a:path w="2181" h="1661" extrusionOk="0">
                  <a:moveTo>
                    <a:pt x="362" y="111"/>
                  </a:moveTo>
                  <a:cubicBezTo>
                    <a:pt x="501" y="816"/>
                    <a:pt x="1114" y="1327"/>
                    <a:pt x="1837" y="1327"/>
                  </a:cubicBezTo>
                  <a:cubicBezTo>
                    <a:pt x="1902" y="1327"/>
                    <a:pt x="1958" y="1317"/>
                    <a:pt x="2032" y="1308"/>
                  </a:cubicBezTo>
                  <a:lnTo>
                    <a:pt x="2069" y="1540"/>
                  </a:lnTo>
                  <a:cubicBezTo>
                    <a:pt x="1991" y="1550"/>
                    <a:pt x="1912" y="1555"/>
                    <a:pt x="1835" y="1555"/>
                  </a:cubicBezTo>
                  <a:cubicBezTo>
                    <a:pt x="1472" y="1555"/>
                    <a:pt x="1122" y="1448"/>
                    <a:pt x="817" y="1234"/>
                  </a:cubicBezTo>
                  <a:cubicBezTo>
                    <a:pt x="455" y="974"/>
                    <a:pt x="205" y="594"/>
                    <a:pt x="121" y="158"/>
                  </a:cubicBezTo>
                  <a:lnTo>
                    <a:pt x="362" y="111"/>
                  </a:lnTo>
                  <a:close/>
                  <a:moveTo>
                    <a:pt x="390" y="0"/>
                  </a:moveTo>
                  <a:lnTo>
                    <a:pt x="47" y="56"/>
                  </a:lnTo>
                  <a:cubicBezTo>
                    <a:pt x="38" y="65"/>
                    <a:pt x="19" y="65"/>
                    <a:pt x="10" y="84"/>
                  </a:cubicBezTo>
                  <a:cubicBezTo>
                    <a:pt x="10" y="93"/>
                    <a:pt x="1" y="102"/>
                    <a:pt x="1" y="121"/>
                  </a:cubicBezTo>
                  <a:cubicBezTo>
                    <a:pt x="84" y="603"/>
                    <a:pt x="353" y="1030"/>
                    <a:pt x="761" y="1317"/>
                  </a:cubicBezTo>
                  <a:cubicBezTo>
                    <a:pt x="1077" y="1540"/>
                    <a:pt x="1438" y="1661"/>
                    <a:pt x="1828" y="1661"/>
                  </a:cubicBezTo>
                  <a:cubicBezTo>
                    <a:pt x="1930" y="1661"/>
                    <a:pt x="2032" y="1651"/>
                    <a:pt x="2134" y="1633"/>
                  </a:cubicBezTo>
                  <a:cubicBezTo>
                    <a:pt x="2162" y="1633"/>
                    <a:pt x="2181" y="1605"/>
                    <a:pt x="2181" y="1577"/>
                  </a:cubicBezTo>
                  <a:lnTo>
                    <a:pt x="2125" y="1243"/>
                  </a:lnTo>
                  <a:cubicBezTo>
                    <a:pt x="2116" y="1215"/>
                    <a:pt x="2088" y="1197"/>
                    <a:pt x="2060" y="1197"/>
                  </a:cubicBezTo>
                  <a:cubicBezTo>
                    <a:pt x="1986" y="1215"/>
                    <a:pt x="1912" y="1215"/>
                    <a:pt x="1837" y="1215"/>
                  </a:cubicBezTo>
                  <a:cubicBezTo>
                    <a:pt x="1151" y="1215"/>
                    <a:pt x="566" y="724"/>
                    <a:pt x="455" y="46"/>
                  </a:cubicBezTo>
                  <a:cubicBezTo>
                    <a:pt x="455" y="28"/>
                    <a:pt x="446" y="19"/>
                    <a:pt x="437" y="9"/>
                  </a:cubicBezTo>
                  <a:cubicBezTo>
                    <a:pt x="418" y="0"/>
                    <a:pt x="409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7">
              <a:extLst>
                <a:ext uri="{FF2B5EF4-FFF2-40B4-BE49-F238E27FC236}">
                  <a16:creationId xmlns:a16="http://schemas.microsoft.com/office/drawing/2014/main" id="{827A7360-A59B-0AFA-C3E6-36CD721D4B32}"/>
                </a:ext>
              </a:extLst>
            </p:cNvPr>
            <p:cNvSpPr/>
            <p:nvPr/>
          </p:nvSpPr>
          <p:spPr>
            <a:xfrm>
              <a:off x="7812519" y="3166580"/>
              <a:ext cx="167016" cy="283695"/>
            </a:xfrm>
            <a:custGeom>
              <a:avLst/>
              <a:gdLst/>
              <a:ahLst/>
              <a:cxnLst/>
              <a:rect l="l" t="t" r="r" b="b"/>
              <a:pathLst>
                <a:path w="2097" h="3562" extrusionOk="0">
                  <a:moveTo>
                    <a:pt x="303" y="1"/>
                  </a:moveTo>
                  <a:cubicBezTo>
                    <a:pt x="203" y="1"/>
                    <a:pt x="102" y="9"/>
                    <a:pt x="0" y="27"/>
                  </a:cubicBezTo>
                  <a:lnTo>
                    <a:pt x="56" y="361"/>
                  </a:lnTo>
                  <a:cubicBezTo>
                    <a:pt x="139" y="342"/>
                    <a:pt x="223" y="333"/>
                    <a:pt x="306" y="333"/>
                  </a:cubicBezTo>
                  <a:cubicBezTo>
                    <a:pt x="1113" y="333"/>
                    <a:pt x="1772" y="991"/>
                    <a:pt x="1772" y="1798"/>
                  </a:cubicBezTo>
                  <a:cubicBezTo>
                    <a:pt x="1772" y="2522"/>
                    <a:pt x="1234" y="3125"/>
                    <a:pt x="538" y="3236"/>
                  </a:cubicBezTo>
                  <a:lnTo>
                    <a:pt x="594" y="3561"/>
                  </a:lnTo>
                  <a:cubicBezTo>
                    <a:pt x="1327" y="3440"/>
                    <a:pt x="1883" y="2884"/>
                    <a:pt x="2041" y="2207"/>
                  </a:cubicBezTo>
                  <a:cubicBezTo>
                    <a:pt x="2069" y="2095"/>
                    <a:pt x="2087" y="1975"/>
                    <a:pt x="2087" y="1854"/>
                  </a:cubicBezTo>
                  <a:cubicBezTo>
                    <a:pt x="2097" y="1743"/>
                    <a:pt x="2087" y="1613"/>
                    <a:pt x="2069" y="1492"/>
                  </a:cubicBezTo>
                  <a:cubicBezTo>
                    <a:pt x="1919" y="620"/>
                    <a:pt x="1160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7">
              <a:extLst>
                <a:ext uri="{FF2B5EF4-FFF2-40B4-BE49-F238E27FC236}">
                  <a16:creationId xmlns:a16="http://schemas.microsoft.com/office/drawing/2014/main" id="{B7433762-B51D-653B-3B22-EC5955040DF5}"/>
                </a:ext>
              </a:extLst>
            </p:cNvPr>
            <p:cNvSpPr/>
            <p:nvPr/>
          </p:nvSpPr>
          <p:spPr>
            <a:xfrm>
              <a:off x="7807342" y="3162199"/>
              <a:ext cx="176653" cy="293173"/>
            </a:xfrm>
            <a:custGeom>
              <a:avLst/>
              <a:gdLst/>
              <a:ahLst/>
              <a:cxnLst/>
              <a:rect l="l" t="t" r="r" b="b"/>
              <a:pathLst>
                <a:path w="2218" h="3681" extrusionOk="0">
                  <a:moveTo>
                    <a:pt x="360" y="102"/>
                  </a:moveTo>
                  <a:cubicBezTo>
                    <a:pt x="1194" y="102"/>
                    <a:pt x="1934" y="709"/>
                    <a:pt x="2078" y="1557"/>
                  </a:cubicBezTo>
                  <a:cubicBezTo>
                    <a:pt x="2097" y="1677"/>
                    <a:pt x="2106" y="1789"/>
                    <a:pt x="2106" y="1909"/>
                  </a:cubicBezTo>
                  <a:cubicBezTo>
                    <a:pt x="2097" y="2020"/>
                    <a:pt x="2088" y="2141"/>
                    <a:pt x="2060" y="2252"/>
                  </a:cubicBezTo>
                  <a:cubicBezTo>
                    <a:pt x="1902" y="2920"/>
                    <a:pt x="1373" y="3421"/>
                    <a:pt x="705" y="3560"/>
                  </a:cubicBezTo>
                  <a:lnTo>
                    <a:pt x="668" y="3328"/>
                  </a:lnTo>
                  <a:cubicBezTo>
                    <a:pt x="1373" y="3189"/>
                    <a:pt x="1883" y="2577"/>
                    <a:pt x="1893" y="1853"/>
                  </a:cubicBezTo>
                  <a:cubicBezTo>
                    <a:pt x="1893" y="1019"/>
                    <a:pt x="1206" y="332"/>
                    <a:pt x="371" y="332"/>
                  </a:cubicBezTo>
                  <a:cubicBezTo>
                    <a:pt x="306" y="332"/>
                    <a:pt x="232" y="341"/>
                    <a:pt x="158" y="351"/>
                  </a:cubicBezTo>
                  <a:lnTo>
                    <a:pt x="121" y="119"/>
                  </a:lnTo>
                  <a:cubicBezTo>
                    <a:pt x="201" y="107"/>
                    <a:pt x="281" y="102"/>
                    <a:pt x="360" y="102"/>
                  </a:cubicBezTo>
                  <a:close/>
                  <a:moveTo>
                    <a:pt x="361" y="1"/>
                  </a:moveTo>
                  <a:cubicBezTo>
                    <a:pt x="260" y="1"/>
                    <a:pt x="158" y="9"/>
                    <a:pt x="56" y="26"/>
                  </a:cubicBezTo>
                  <a:lnTo>
                    <a:pt x="0" y="35"/>
                  </a:lnTo>
                  <a:lnTo>
                    <a:pt x="74" y="471"/>
                  </a:lnTo>
                  <a:lnTo>
                    <a:pt x="130" y="462"/>
                  </a:lnTo>
                  <a:cubicBezTo>
                    <a:pt x="214" y="453"/>
                    <a:pt x="297" y="443"/>
                    <a:pt x="371" y="443"/>
                  </a:cubicBezTo>
                  <a:cubicBezTo>
                    <a:pt x="1151" y="443"/>
                    <a:pt x="1781" y="1074"/>
                    <a:pt x="1781" y="1853"/>
                  </a:cubicBezTo>
                  <a:cubicBezTo>
                    <a:pt x="1781" y="2549"/>
                    <a:pt x="1280" y="3134"/>
                    <a:pt x="594" y="3236"/>
                  </a:cubicBezTo>
                  <a:lnTo>
                    <a:pt x="548" y="3245"/>
                  </a:lnTo>
                  <a:lnTo>
                    <a:pt x="622" y="3681"/>
                  </a:lnTo>
                  <a:lnTo>
                    <a:pt x="668" y="3672"/>
                  </a:lnTo>
                  <a:cubicBezTo>
                    <a:pt x="1401" y="3551"/>
                    <a:pt x="1985" y="3004"/>
                    <a:pt x="2162" y="2280"/>
                  </a:cubicBezTo>
                  <a:cubicBezTo>
                    <a:pt x="2190" y="2160"/>
                    <a:pt x="2208" y="2039"/>
                    <a:pt x="2208" y="1918"/>
                  </a:cubicBezTo>
                  <a:cubicBezTo>
                    <a:pt x="2217" y="1789"/>
                    <a:pt x="2208" y="1668"/>
                    <a:pt x="2180" y="1538"/>
                  </a:cubicBezTo>
                  <a:cubicBezTo>
                    <a:pt x="2030" y="638"/>
                    <a:pt x="1245" y="1"/>
                    <a:pt x="3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7">
              <a:extLst>
                <a:ext uri="{FF2B5EF4-FFF2-40B4-BE49-F238E27FC236}">
                  <a16:creationId xmlns:a16="http://schemas.microsoft.com/office/drawing/2014/main" id="{3094FE0E-F29C-B01D-6BE2-748C2A885505}"/>
                </a:ext>
              </a:extLst>
            </p:cNvPr>
            <p:cNvSpPr/>
            <p:nvPr/>
          </p:nvSpPr>
          <p:spPr>
            <a:xfrm>
              <a:off x="7540613" y="3210065"/>
              <a:ext cx="103538" cy="455888"/>
            </a:xfrm>
            <a:custGeom>
              <a:avLst/>
              <a:gdLst/>
              <a:ahLst/>
              <a:cxnLst/>
              <a:rect l="l" t="t" r="r" b="b"/>
              <a:pathLst>
                <a:path w="1300" h="5724" extrusionOk="0">
                  <a:moveTo>
                    <a:pt x="0" y="0"/>
                  </a:moveTo>
                  <a:lnTo>
                    <a:pt x="0" y="5724"/>
                  </a:lnTo>
                  <a:lnTo>
                    <a:pt x="1299" y="5724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7">
              <a:extLst>
                <a:ext uri="{FF2B5EF4-FFF2-40B4-BE49-F238E27FC236}">
                  <a16:creationId xmlns:a16="http://schemas.microsoft.com/office/drawing/2014/main" id="{7E6F4284-F9B1-4B5C-0631-DB4FADDE39FD}"/>
                </a:ext>
              </a:extLst>
            </p:cNvPr>
            <p:cNvSpPr/>
            <p:nvPr/>
          </p:nvSpPr>
          <p:spPr>
            <a:xfrm>
              <a:off x="7536153" y="3205605"/>
              <a:ext cx="112379" cy="464808"/>
            </a:xfrm>
            <a:custGeom>
              <a:avLst/>
              <a:gdLst/>
              <a:ahLst/>
              <a:cxnLst/>
              <a:rect l="l" t="t" r="r" b="b"/>
              <a:pathLst>
                <a:path w="1411" h="5836" extrusionOk="0">
                  <a:moveTo>
                    <a:pt x="1299" y="103"/>
                  </a:moveTo>
                  <a:lnTo>
                    <a:pt x="1299" y="5733"/>
                  </a:lnTo>
                  <a:lnTo>
                    <a:pt x="112" y="5733"/>
                  </a:lnTo>
                  <a:lnTo>
                    <a:pt x="112" y="103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5780"/>
                  </a:lnTo>
                  <a:cubicBezTo>
                    <a:pt x="1" y="5817"/>
                    <a:pt x="29" y="5835"/>
                    <a:pt x="56" y="5835"/>
                  </a:cubicBezTo>
                  <a:lnTo>
                    <a:pt x="1355" y="5835"/>
                  </a:lnTo>
                  <a:cubicBezTo>
                    <a:pt x="1383" y="5835"/>
                    <a:pt x="1411" y="5817"/>
                    <a:pt x="1411" y="5780"/>
                  </a:cubicBezTo>
                  <a:lnTo>
                    <a:pt x="1411" y="56"/>
                  </a:lnTo>
                  <a:cubicBezTo>
                    <a:pt x="1411" y="28"/>
                    <a:pt x="1383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7">
              <a:extLst>
                <a:ext uri="{FF2B5EF4-FFF2-40B4-BE49-F238E27FC236}">
                  <a16:creationId xmlns:a16="http://schemas.microsoft.com/office/drawing/2014/main" id="{F9D076AA-4903-8C77-EE6F-5351B0DDD33C}"/>
                </a:ext>
              </a:extLst>
            </p:cNvPr>
            <p:cNvSpPr/>
            <p:nvPr/>
          </p:nvSpPr>
          <p:spPr>
            <a:xfrm>
              <a:off x="7688353" y="3377000"/>
              <a:ext cx="102822" cy="288952"/>
            </a:xfrm>
            <a:custGeom>
              <a:avLst/>
              <a:gdLst/>
              <a:ahLst/>
              <a:cxnLst/>
              <a:rect l="l" t="t" r="r" b="b"/>
              <a:pathLst>
                <a:path w="1291" h="3628" extrusionOk="0">
                  <a:moveTo>
                    <a:pt x="1" y="1"/>
                  </a:moveTo>
                  <a:lnTo>
                    <a:pt x="1" y="3628"/>
                  </a:lnTo>
                  <a:lnTo>
                    <a:pt x="1290" y="362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7">
              <a:extLst>
                <a:ext uri="{FF2B5EF4-FFF2-40B4-BE49-F238E27FC236}">
                  <a16:creationId xmlns:a16="http://schemas.microsoft.com/office/drawing/2014/main" id="{CFBFD435-DEEB-A4CA-B129-B429850164C3}"/>
                </a:ext>
              </a:extLst>
            </p:cNvPr>
            <p:cNvSpPr/>
            <p:nvPr/>
          </p:nvSpPr>
          <p:spPr>
            <a:xfrm>
              <a:off x="7683973" y="3372540"/>
              <a:ext cx="111583" cy="297872"/>
            </a:xfrm>
            <a:custGeom>
              <a:avLst/>
              <a:gdLst/>
              <a:ahLst/>
              <a:cxnLst/>
              <a:rect l="l" t="t" r="r" b="b"/>
              <a:pathLst>
                <a:path w="1401" h="3740" extrusionOk="0">
                  <a:moveTo>
                    <a:pt x="1299" y="103"/>
                  </a:moveTo>
                  <a:lnTo>
                    <a:pt x="1299" y="3637"/>
                  </a:lnTo>
                  <a:lnTo>
                    <a:pt x="111" y="3637"/>
                  </a:lnTo>
                  <a:lnTo>
                    <a:pt x="111" y="103"/>
                  </a:lnTo>
                  <a:close/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lnTo>
                    <a:pt x="0" y="3684"/>
                  </a:lnTo>
                  <a:cubicBezTo>
                    <a:pt x="0" y="3721"/>
                    <a:pt x="28" y="3739"/>
                    <a:pt x="56" y="3739"/>
                  </a:cubicBezTo>
                  <a:lnTo>
                    <a:pt x="1345" y="3739"/>
                  </a:lnTo>
                  <a:cubicBezTo>
                    <a:pt x="1373" y="3739"/>
                    <a:pt x="1401" y="3721"/>
                    <a:pt x="1401" y="3684"/>
                  </a:cubicBezTo>
                  <a:lnTo>
                    <a:pt x="1401" y="57"/>
                  </a:lnTo>
                  <a:cubicBezTo>
                    <a:pt x="1401" y="29"/>
                    <a:pt x="1373" y="1"/>
                    <a:pt x="1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7">
              <a:extLst>
                <a:ext uri="{FF2B5EF4-FFF2-40B4-BE49-F238E27FC236}">
                  <a16:creationId xmlns:a16="http://schemas.microsoft.com/office/drawing/2014/main" id="{75A49E3B-B25A-1A4C-0774-82CF59BF1F12}"/>
                </a:ext>
              </a:extLst>
            </p:cNvPr>
            <p:cNvSpPr/>
            <p:nvPr/>
          </p:nvSpPr>
          <p:spPr>
            <a:xfrm>
              <a:off x="7833943" y="3502599"/>
              <a:ext cx="103459" cy="163352"/>
            </a:xfrm>
            <a:custGeom>
              <a:avLst/>
              <a:gdLst/>
              <a:ahLst/>
              <a:cxnLst/>
              <a:rect l="l" t="t" r="r" b="b"/>
              <a:pathLst>
                <a:path w="1299" h="2051" extrusionOk="0">
                  <a:moveTo>
                    <a:pt x="0" y="1"/>
                  </a:moveTo>
                  <a:lnTo>
                    <a:pt x="0" y="2051"/>
                  </a:lnTo>
                  <a:lnTo>
                    <a:pt x="1299" y="205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7">
              <a:extLst>
                <a:ext uri="{FF2B5EF4-FFF2-40B4-BE49-F238E27FC236}">
                  <a16:creationId xmlns:a16="http://schemas.microsoft.com/office/drawing/2014/main" id="{B061F6CF-80CC-9FC1-05C0-AC0C73E2C2F3}"/>
                </a:ext>
              </a:extLst>
            </p:cNvPr>
            <p:cNvSpPr/>
            <p:nvPr/>
          </p:nvSpPr>
          <p:spPr>
            <a:xfrm>
              <a:off x="7829483" y="3498935"/>
              <a:ext cx="111662" cy="171476"/>
            </a:xfrm>
            <a:custGeom>
              <a:avLst/>
              <a:gdLst/>
              <a:ahLst/>
              <a:cxnLst/>
              <a:rect l="l" t="t" r="r" b="b"/>
              <a:pathLst>
                <a:path w="1402" h="2153" extrusionOk="0">
                  <a:moveTo>
                    <a:pt x="1299" y="102"/>
                  </a:moveTo>
                  <a:lnTo>
                    <a:pt x="1299" y="2050"/>
                  </a:lnTo>
                  <a:lnTo>
                    <a:pt x="112" y="2050"/>
                  </a:lnTo>
                  <a:lnTo>
                    <a:pt x="112" y="102"/>
                  </a:lnTo>
                  <a:close/>
                  <a:moveTo>
                    <a:pt x="56" y="0"/>
                  </a:moveTo>
                  <a:cubicBezTo>
                    <a:pt x="28" y="0"/>
                    <a:pt x="1" y="19"/>
                    <a:pt x="1" y="47"/>
                  </a:cubicBezTo>
                  <a:lnTo>
                    <a:pt x="1" y="2097"/>
                  </a:lnTo>
                  <a:cubicBezTo>
                    <a:pt x="1" y="2134"/>
                    <a:pt x="28" y="2152"/>
                    <a:pt x="56" y="2152"/>
                  </a:cubicBezTo>
                  <a:lnTo>
                    <a:pt x="1355" y="2152"/>
                  </a:lnTo>
                  <a:cubicBezTo>
                    <a:pt x="1383" y="2152"/>
                    <a:pt x="1401" y="2134"/>
                    <a:pt x="1401" y="2097"/>
                  </a:cubicBezTo>
                  <a:lnTo>
                    <a:pt x="1401" y="47"/>
                  </a:lnTo>
                  <a:cubicBezTo>
                    <a:pt x="1401" y="19"/>
                    <a:pt x="1383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7">
              <a:extLst>
                <a:ext uri="{FF2B5EF4-FFF2-40B4-BE49-F238E27FC236}">
                  <a16:creationId xmlns:a16="http://schemas.microsoft.com/office/drawing/2014/main" id="{89B832F0-0C6E-F074-8944-EAF1B36B5CF6}"/>
                </a:ext>
              </a:extLst>
            </p:cNvPr>
            <p:cNvSpPr/>
            <p:nvPr/>
          </p:nvSpPr>
          <p:spPr>
            <a:xfrm>
              <a:off x="7531773" y="3210065"/>
              <a:ext cx="102742" cy="445534"/>
            </a:xfrm>
            <a:custGeom>
              <a:avLst/>
              <a:gdLst/>
              <a:ahLst/>
              <a:cxnLst/>
              <a:rect l="l" t="t" r="r" b="b"/>
              <a:pathLst>
                <a:path w="1290" h="5594" extrusionOk="0">
                  <a:moveTo>
                    <a:pt x="0" y="0"/>
                  </a:moveTo>
                  <a:lnTo>
                    <a:pt x="0" y="5594"/>
                  </a:lnTo>
                  <a:lnTo>
                    <a:pt x="1290" y="5594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7">
              <a:extLst>
                <a:ext uri="{FF2B5EF4-FFF2-40B4-BE49-F238E27FC236}">
                  <a16:creationId xmlns:a16="http://schemas.microsoft.com/office/drawing/2014/main" id="{1AE10D29-471C-93F8-3683-DE1F26C154A2}"/>
                </a:ext>
              </a:extLst>
            </p:cNvPr>
            <p:cNvSpPr/>
            <p:nvPr/>
          </p:nvSpPr>
          <p:spPr>
            <a:xfrm>
              <a:off x="7527313" y="3205605"/>
              <a:ext cx="111662" cy="454454"/>
            </a:xfrm>
            <a:custGeom>
              <a:avLst/>
              <a:gdLst/>
              <a:ahLst/>
              <a:cxnLst/>
              <a:rect l="l" t="t" r="r" b="b"/>
              <a:pathLst>
                <a:path w="1402" h="5706" extrusionOk="0">
                  <a:moveTo>
                    <a:pt x="1299" y="103"/>
                  </a:moveTo>
                  <a:lnTo>
                    <a:pt x="1299" y="5604"/>
                  </a:lnTo>
                  <a:lnTo>
                    <a:pt x="102" y="5604"/>
                  </a:lnTo>
                  <a:lnTo>
                    <a:pt x="102" y="103"/>
                  </a:lnTo>
                  <a:close/>
                  <a:moveTo>
                    <a:pt x="0" y="0"/>
                  </a:moveTo>
                  <a:lnTo>
                    <a:pt x="0" y="5706"/>
                  </a:lnTo>
                  <a:lnTo>
                    <a:pt x="1401" y="5706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7">
              <a:extLst>
                <a:ext uri="{FF2B5EF4-FFF2-40B4-BE49-F238E27FC236}">
                  <a16:creationId xmlns:a16="http://schemas.microsoft.com/office/drawing/2014/main" id="{6C435A1E-3B78-F3D2-CDB1-55CA15215480}"/>
                </a:ext>
              </a:extLst>
            </p:cNvPr>
            <p:cNvSpPr/>
            <p:nvPr/>
          </p:nvSpPr>
          <p:spPr>
            <a:xfrm>
              <a:off x="7678796" y="3377000"/>
              <a:ext cx="102742" cy="278598"/>
            </a:xfrm>
            <a:custGeom>
              <a:avLst/>
              <a:gdLst/>
              <a:ahLst/>
              <a:cxnLst/>
              <a:rect l="l" t="t" r="r" b="b"/>
              <a:pathLst>
                <a:path w="1290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1290" y="349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7">
              <a:extLst>
                <a:ext uri="{FF2B5EF4-FFF2-40B4-BE49-F238E27FC236}">
                  <a16:creationId xmlns:a16="http://schemas.microsoft.com/office/drawing/2014/main" id="{E17C001A-B46B-0182-C140-12E7189B4385}"/>
                </a:ext>
              </a:extLst>
            </p:cNvPr>
            <p:cNvSpPr/>
            <p:nvPr/>
          </p:nvSpPr>
          <p:spPr>
            <a:xfrm>
              <a:off x="7674336" y="3372540"/>
              <a:ext cx="111662" cy="287518"/>
            </a:xfrm>
            <a:custGeom>
              <a:avLst/>
              <a:gdLst/>
              <a:ahLst/>
              <a:cxnLst/>
              <a:rect l="l" t="t" r="r" b="b"/>
              <a:pathLst>
                <a:path w="1402" h="3610" extrusionOk="0">
                  <a:moveTo>
                    <a:pt x="1299" y="103"/>
                  </a:moveTo>
                  <a:lnTo>
                    <a:pt x="1299" y="3508"/>
                  </a:lnTo>
                  <a:lnTo>
                    <a:pt x="112" y="3508"/>
                  </a:lnTo>
                  <a:lnTo>
                    <a:pt x="112" y="103"/>
                  </a:lnTo>
                  <a:close/>
                  <a:moveTo>
                    <a:pt x="0" y="1"/>
                  </a:moveTo>
                  <a:lnTo>
                    <a:pt x="0" y="3610"/>
                  </a:lnTo>
                  <a:lnTo>
                    <a:pt x="1401" y="3610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7">
              <a:extLst>
                <a:ext uri="{FF2B5EF4-FFF2-40B4-BE49-F238E27FC236}">
                  <a16:creationId xmlns:a16="http://schemas.microsoft.com/office/drawing/2014/main" id="{341DF41D-65D4-8C06-0221-079E99ECA6D2}"/>
                </a:ext>
              </a:extLst>
            </p:cNvPr>
            <p:cNvSpPr/>
            <p:nvPr/>
          </p:nvSpPr>
          <p:spPr>
            <a:xfrm>
              <a:off x="7824306" y="3502599"/>
              <a:ext cx="103538" cy="152998"/>
            </a:xfrm>
            <a:custGeom>
              <a:avLst/>
              <a:gdLst/>
              <a:ahLst/>
              <a:cxnLst/>
              <a:rect l="l" t="t" r="r" b="b"/>
              <a:pathLst>
                <a:path w="1300" h="1921" extrusionOk="0">
                  <a:moveTo>
                    <a:pt x="1" y="1"/>
                  </a:moveTo>
                  <a:lnTo>
                    <a:pt x="1" y="1921"/>
                  </a:lnTo>
                  <a:lnTo>
                    <a:pt x="1299" y="192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7">
              <a:extLst>
                <a:ext uri="{FF2B5EF4-FFF2-40B4-BE49-F238E27FC236}">
                  <a16:creationId xmlns:a16="http://schemas.microsoft.com/office/drawing/2014/main" id="{9D953BB5-3639-CFEB-B9F7-285A4F89265C}"/>
                </a:ext>
              </a:extLst>
            </p:cNvPr>
            <p:cNvSpPr/>
            <p:nvPr/>
          </p:nvSpPr>
          <p:spPr>
            <a:xfrm>
              <a:off x="7820643" y="3498935"/>
              <a:ext cx="111662" cy="161122"/>
            </a:xfrm>
            <a:custGeom>
              <a:avLst/>
              <a:gdLst/>
              <a:ahLst/>
              <a:cxnLst/>
              <a:rect l="l" t="t" r="r" b="b"/>
              <a:pathLst>
                <a:path w="1402" h="2023" extrusionOk="0">
                  <a:moveTo>
                    <a:pt x="1290" y="102"/>
                  </a:moveTo>
                  <a:lnTo>
                    <a:pt x="1290" y="1921"/>
                  </a:lnTo>
                  <a:lnTo>
                    <a:pt x="102" y="1921"/>
                  </a:lnTo>
                  <a:lnTo>
                    <a:pt x="102" y="102"/>
                  </a:lnTo>
                  <a:close/>
                  <a:moveTo>
                    <a:pt x="0" y="0"/>
                  </a:moveTo>
                  <a:lnTo>
                    <a:pt x="0" y="2023"/>
                  </a:lnTo>
                  <a:lnTo>
                    <a:pt x="1401" y="2023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7">
              <a:extLst>
                <a:ext uri="{FF2B5EF4-FFF2-40B4-BE49-F238E27FC236}">
                  <a16:creationId xmlns:a16="http://schemas.microsoft.com/office/drawing/2014/main" id="{58159206-2EE2-3066-9A39-89B806DD928B}"/>
                </a:ext>
              </a:extLst>
            </p:cNvPr>
            <p:cNvSpPr/>
            <p:nvPr/>
          </p:nvSpPr>
          <p:spPr>
            <a:xfrm>
              <a:off x="7531773" y="3210065"/>
              <a:ext cx="102742" cy="445534"/>
            </a:xfrm>
            <a:custGeom>
              <a:avLst/>
              <a:gdLst/>
              <a:ahLst/>
              <a:cxnLst/>
              <a:rect l="l" t="t" r="r" b="b"/>
              <a:pathLst>
                <a:path w="1290" h="5594" extrusionOk="0">
                  <a:moveTo>
                    <a:pt x="0" y="0"/>
                  </a:moveTo>
                  <a:lnTo>
                    <a:pt x="0" y="5594"/>
                  </a:lnTo>
                  <a:lnTo>
                    <a:pt x="1290" y="5594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7">
              <a:extLst>
                <a:ext uri="{FF2B5EF4-FFF2-40B4-BE49-F238E27FC236}">
                  <a16:creationId xmlns:a16="http://schemas.microsoft.com/office/drawing/2014/main" id="{09C93267-E571-95E6-AB58-1B6628CDB66A}"/>
                </a:ext>
              </a:extLst>
            </p:cNvPr>
            <p:cNvSpPr/>
            <p:nvPr/>
          </p:nvSpPr>
          <p:spPr>
            <a:xfrm>
              <a:off x="7527313" y="3205605"/>
              <a:ext cx="111662" cy="454454"/>
            </a:xfrm>
            <a:custGeom>
              <a:avLst/>
              <a:gdLst/>
              <a:ahLst/>
              <a:cxnLst/>
              <a:rect l="l" t="t" r="r" b="b"/>
              <a:pathLst>
                <a:path w="1402" h="5706" extrusionOk="0">
                  <a:moveTo>
                    <a:pt x="1299" y="103"/>
                  </a:moveTo>
                  <a:lnTo>
                    <a:pt x="1299" y="5604"/>
                  </a:lnTo>
                  <a:lnTo>
                    <a:pt x="102" y="5604"/>
                  </a:lnTo>
                  <a:lnTo>
                    <a:pt x="102" y="103"/>
                  </a:lnTo>
                  <a:close/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5650"/>
                  </a:lnTo>
                  <a:cubicBezTo>
                    <a:pt x="0" y="5687"/>
                    <a:pt x="19" y="5706"/>
                    <a:pt x="56" y="5706"/>
                  </a:cubicBezTo>
                  <a:lnTo>
                    <a:pt x="1346" y="5706"/>
                  </a:lnTo>
                  <a:cubicBezTo>
                    <a:pt x="1373" y="5706"/>
                    <a:pt x="1401" y="5687"/>
                    <a:pt x="1401" y="5650"/>
                  </a:cubicBezTo>
                  <a:lnTo>
                    <a:pt x="1401" y="56"/>
                  </a:lnTo>
                  <a:cubicBezTo>
                    <a:pt x="1401" y="28"/>
                    <a:pt x="1373" y="0"/>
                    <a:pt x="1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7">
              <a:extLst>
                <a:ext uri="{FF2B5EF4-FFF2-40B4-BE49-F238E27FC236}">
                  <a16:creationId xmlns:a16="http://schemas.microsoft.com/office/drawing/2014/main" id="{7E902741-4BE7-1BA5-35EE-964125159177}"/>
                </a:ext>
              </a:extLst>
            </p:cNvPr>
            <p:cNvSpPr/>
            <p:nvPr/>
          </p:nvSpPr>
          <p:spPr>
            <a:xfrm>
              <a:off x="7369219" y="3129465"/>
              <a:ext cx="103459" cy="536489"/>
            </a:xfrm>
            <a:custGeom>
              <a:avLst/>
              <a:gdLst/>
              <a:ahLst/>
              <a:cxnLst/>
              <a:rect l="l" t="t" r="r" b="b"/>
              <a:pathLst>
                <a:path w="1299" h="6736" extrusionOk="0">
                  <a:moveTo>
                    <a:pt x="0" y="1"/>
                  </a:moveTo>
                  <a:lnTo>
                    <a:pt x="0" y="6736"/>
                  </a:lnTo>
                  <a:lnTo>
                    <a:pt x="1299" y="6736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7">
              <a:extLst>
                <a:ext uri="{FF2B5EF4-FFF2-40B4-BE49-F238E27FC236}">
                  <a16:creationId xmlns:a16="http://schemas.microsoft.com/office/drawing/2014/main" id="{A9DCEAC2-028E-C2C2-5ED3-F151F5438044}"/>
                </a:ext>
              </a:extLst>
            </p:cNvPr>
            <p:cNvSpPr/>
            <p:nvPr/>
          </p:nvSpPr>
          <p:spPr>
            <a:xfrm>
              <a:off x="7365475" y="3125802"/>
              <a:ext cx="110229" cy="543896"/>
            </a:xfrm>
            <a:custGeom>
              <a:avLst/>
              <a:gdLst/>
              <a:ahLst/>
              <a:cxnLst/>
              <a:rect l="l" t="t" r="r" b="b"/>
              <a:pathLst>
                <a:path w="1384" h="6829" extrusionOk="0">
                  <a:moveTo>
                    <a:pt x="1300" y="84"/>
                  </a:moveTo>
                  <a:lnTo>
                    <a:pt x="1300" y="6745"/>
                  </a:lnTo>
                  <a:lnTo>
                    <a:pt x="84" y="6745"/>
                  </a:lnTo>
                  <a:lnTo>
                    <a:pt x="84" y="84"/>
                  </a:lnTo>
                  <a:close/>
                  <a:moveTo>
                    <a:pt x="38" y="1"/>
                  </a:moveTo>
                  <a:cubicBezTo>
                    <a:pt x="19" y="1"/>
                    <a:pt x="1" y="19"/>
                    <a:pt x="1" y="47"/>
                  </a:cubicBezTo>
                  <a:lnTo>
                    <a:pt x="1" y="6782"/>
                  </a:lnTo>
                  <a:cubicBezTo>
                    <a:pt x="1" y="6810"/>
                    <a:pt x="19" y="6828"/>
                    <a:pt x="38" y="6828"/>
                  </a:cubicBezTo>
                  <a:lnTo>
                    <a:pt x="1346" y="6828"/>
                  </a:lnTo>
                  <a:cubicBezTo>
                    <a:pt x="1364" y="6828"/>
                    <a:pt x="1383" y="6810"/>
                    <a:pt x="1383" y="6782"/>
                  </a:cubicBezTo>
                  <a:lnTo>
                    <a:pt x="1383" y="47"/>
                  </a:lnTo>
                  <a:cubicBezTo>
                    <a:pt x="1383" y="19"/>
                    <a:pt x="1364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7">
              <a:extLst>
                <a:ext uri="{FF2B5EF4-FFF2-40B4-BE49-F238E27FC236}">
                  <a16:creationId xmlns:a16="http://schemas.microsoft.com/office/drawing/2014/main" id="{5EA6A557-10BB-3649-81C3-8296DB9599AE}"/>
                </a:ext>
              </a:extLst>
            </p:cNvPr>
            <p:cNvSpPr/>
            <p:nvPr/>
          </p:nvSpPr>
          <p:spPr>
            <a:xfrm>
              <a:off x="7359582" y="3130979"/>
              <a:ext cx="103538" cy="524622"/>
            </a:xfrm>
            <a:custGeom>
              <a:avLst/>
              <a:gdLst/>
              <a:ahLst/>
              <a:cxnLst/>
              <a:rect l="l" t="t" r="r" b="b"/>
              <a:pathLst>
                <a:path w="1300" h="6587" extrusionOk="0">
                  <a:moveTo>
                    <a:pt x="1" y="1"/>
                  </a:moveTo>
                  <a:lnTo>
                    <a:pt x="1" y="6587"/>
                  </a:lnTo>
                  <a:lnTo>
                    <a:pt x="1299" y="6587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7">
              <a:extLst>
                <a:ext uri="{FF2B5EF4-FFF2-40B4-BE49-F238E27FC236}">
                  <a16:creationId xmlns:a16="http://schemas.microsoft.com/office/drawing/2014/main" id="{E0204939-74D0-83C0-9F55-748FF74FCA7E}"/>
                </a:ext>
              </a:extLst>
            </p:cNvPr>
            <p:cNvSpPr/>
            <p:nvPr/>
          </p:nvSpPr>
          <p:spPr>
            <a:xfrm>
              <a:off x="7355122" y="3126519"/>
              <a:ext cx="111662" cy="533542"/>
            </a:xfrm>
            <a:custGeom>
              <a:avLst/>
              <a:gdLst/>
              <a:ahLst/>
              <a:cxnLst/>
              <a:rect l="l" t="t" r="r" b="b"/>
              <a:pathLst>
                <a:path w="1402" h="6699" extrusionOk="0">
                  <a:moveTo>
                    <a:pt x="1300" y="103"/>
                  </a:moveTo>
                  <a:lnTo>
                    <a:pt x="1300" y="6597"/>
                  </a:lnTo>
                  <a:lnTo>
                    <a:pt x="112" y="6597"/>
                  </a:lnTo>
                  <a:lnTo>
                    <a:pt x="112" y="103"/>
                  </a:lnTo>
                  <a:close/>
                  <a:moveTo>
                    <a:pt x="1" y="1"/>
                  </a:moveTo>
                  <a:lnTo>
                    <a:pt x="1" y="6699"/>
                  </a:lnTo>
                  <a:lnTo>
                    <a:pt x="1402" y="6699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7">
              <a:extLst>
                <a:ext uri="{FF2B5EF4-FFF2-40B4-BE49-F238E27FC236}">
                  <a16:creationId xmlns:a16="http://schemas.microsoft.com/office/drawing/2014/main" id="{22CD9C61-174C-E229-2E2D-00C1FC73838D}"/>
                </a:ext>
              </a:extLst>
            </p:cNvPr>
            <p:cNvSpPr/>
            <p:nvPr/>
          </p:nvSpPr>
          <p:spPr>
            <a:xfrm>
              <a:off x="7678796" y="3377000"/>
              <a:ext cx="102742" cy="278598"/>
            </a:xfrm>
            <a:custGeom>
              <a:avLst/>
              <a:gdLst/>
              <a:ahLst/>
              <a:cxnLst/>
              <a:rect l="l" t="t" r="r" b="b"/>
              <a:pathLst>
                <a:path w="1290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1290" y="349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7">
              <a:extLst>
                <a:ext uri="{FF2B5EF4-FFF2-40B4-BE49-F238E27FC236}">
                  <a16:creationId xmlns:a16="http://schemas.microsoft.com/office/drawing/2014/main" id="{B44AC392-55B1-394B-90CE-1E2C438E5494}"/>
                </a:ext>
              </a:extLst>
            </p:cNvPr>
            <p:cNvSpPr/>
            <p:nvPr/>
          </p:nvSpPr>
          <p:spPr>
            <a:xfrm>
              <a:off x="7674336" y="3372540"/>
              <a:ext cx="111662" cy="287518"/>
            </a:xfrm>
            <a:custGeom>
              <a:avLst/>
              <a:gdLst/>
              <a:ahLst/>
              <a:cxnLst/>
              <a:rect l="l" t="t" r="r" b="b"/>
              <a:pathLst>
                <a:path w="1402" h="3610" extrusionOk="0">
                  <a:moveTo>
                    <a:pt x="1299" y="103"/>
                  </a:moveTo>
                  <a:lnTo>
                    <a:pt x="1299" y="3508"/>
                  </a:lnTo>
                  <a:lnTo>
                    <a:pt x="112" y="3508"/>
                  </a:lnTo>
                  <a:lnTo>
                    <a:pt x="112" y="103"/>
                  </a:lnTo>
                  <a:close/>
                  <a:moveTo>
                    <a:pt x="0" y="1"/>
                  </a:moveTo>
                  <a:lnTo>
                    <a:pt x="0" y="3610"/>
                  </a:lnTo>
                  <a:lnTo>
                    <a:pt x="1401" y="3610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7">
              <a:extLst>
                <a:ext uri="{FF2B5EF4-FFF2-40B4-BE49-F238E27FC236}">
                  <a16:creationId xmlns:a16="http://schemas.microsoft.com/office/drawing/2014/main" id="{CC0552D9-AE90-DB7B-C6C9-B6481B1D7DE4}"/>
                </a:ext>
              </a:extLst>
            </p:cNvPr>
            <p:cNvSpPr/>
            <p:nvPr/>
          </p:nvSpPr>
          <p:spPr>
            <a:xfrm>
              <a:off x="7824306" y="3502599"/>
              <a:ext cx="103538" cy="152998"/>
            </a:xfrm>
            <a:custGeom>
              <a:avLst/>
              <a:gdLst/>
              <a:ahLst/>
              <a:cxnLst/>
              <a:rect l="l" t="t" r="r" b="b"/>
              <a:pathLst>
                <a:path w="1300" h="1921" extrusionOk="0">
                  <a:moveTo>
                    <a:pt x="1" y="1"/>
                  </a:moveTo>
                  <a:lnTo>
                    <a:pt x="1" y="1921"/>
                  </a:lnTo>
                  <a:lnTo>
                    <a:pt x="1299" y="192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7">
              <a:extLst>
                <a:ext uri="{FF2B5EF4-FFF2-40B4-BE49-F238E27FC236}">
                  <a16:creationId xmlns:a16="http://schemas.microsoft.com/office/drawing/2014/main" id="{21734134-AA40-313C-6092-947EA1823854}"/>
                </a:ext>
              </a:extLst>
            </p:cNvPr>
            <p:cNvSpPr/>
            <p:nvPr/>
          </p:nvSpPr>
          <p:spPr>
            <a:xfrm>
              <a:off x="7820643" y="3498935"/>
              <a:ext cx="111662" cy="161122"/>
            </a:xfrm>
            <a:custGeom>
              <a:avLst/>
              <a:gdLst/>
              <a:ahLst/>
              <a:cxnLst/>
              <a:rect l="l" t="t" r="r" b="b"/>
              <a:pathLst>
                <a:path w="1402" h="2023" extrusionOk="0">
                  <a:moveTo>
                    <a:pt x="1290" y="102"/>
                  </a:moveTo>
                  <a:lnTo>
                    <a:pt x="1290" y="1921"/>
                  </a:lnTo>
                  <a:lnTo>
                    <a:pt x="102" y="1921"/>
                  </a:lnTo>
                  <a:lnTo>
                    <a:pt x="102" y="102"/>
                  </a:lnTo>
                  <a:close/>
                  <a:moveTo>
                    <a:pt x="0" y="0"/>
                  </a:moveTo>
                  <a:lnTo>
                    <a:pt x="0" y="2023"/>
                  </a:lnTo>
                  <a:lnTo>
                    <a:pt x="1401" y="2023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7">
              <a:extLst>
                <a:ext uri="{FF2B5EF4-FFF2-40B4-BE49-F238E27FC236}">
                  <a16:creationId xmlns:a16="http://schemas.microsoft.com/office/drawing/2014/main" id="{2921257D-2627-EBCD-8500-F3E29E71B947}"/>
                </a:ext>
              </a:extLst>
            </p:cNvPr>
            <p:cNvSpPr/>
            <p:nvPr/>
          </p:nvSpPr>
          <p:spPr>
            <a:xfrm>
              <a:off x="7980967" y="3600163"/>
              <a:ext cx="103538" cy="66583"/>
            </a:xfrm>
            <a:custGeom>
              <a:avLst/>
              <a:gdLst/>
              <a:ahLst/>
              <a:cxnLst/>
              <a:rect l="l" t="t" r="r" b="b"/>
              <a:pathLst>
                <a:path w="1300" h="836" extrusionOk="0">
                  <a:moveTo>
                    <a:pt x="0" y="0"/>
                  </a:moveTo>
                  <a:lnTo>
                    <a:pt x="0" y="835"/>
                  </a:lnTo>
                  <a:lnTo>
                    <a:pt x="1299" y="835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7">
              <a:extLst>
                <a:ext uri="{FF2B5EF4-FFF2-40B4-BE49-F238E27FC236}">
                  <a16:creationId xmlns:a16="http://schemas.microsoft.com/office/drawing/2014/main" id="{FF04F4FD-6864-5EB8-CBD8-7BAD6AA037BE}"/>
                </a:ext>
              </a:extLst>
            </p:cNvPr>
            <p:cNvSpPr/>
            <p:nvPr/>
          </p:nvSpPr>
          <p:spPr>
            <a:xfrm>
              <a:off x="7976507" y="3595703"/>
              <a:ext cx="111662" cy="75424"/>
            </a:xfrm>
            <a:custGeom>
              <a:avLst/>
              <a:gdLst/>
              <a:ahLst/>
              <a:cxnLst/>
              <a:rect l="l" t="t" r="r" b="b"/>
              <a:pathLst>
                <a:path w="1402" h="947" extrusionOk="0">
                  <a:moveTo>
                    <a:pt x="1299" y="103"/>
                  </a:moveTo>
                  <a:lnTo>
                    <a:pt x="1299" y="845"/>
                  </a:lnTo>
                  <a:lnTo>
                    <a:pt x="112" y="845"/>
                  </a:lnTo>
                  <a:lnTo>
                    <a:pt x="112" y="103"/>
                  </a:lnTo>
                  <a:close/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lnTo>
                    <a:pt x="1" y="891"/>
                  </a:lnTo>
                  <a:cubicBezTo>
                    <a:pt x="1" y="919"/>
                    <a:pt x="28" y="947"/>
                    <a:pt x="56" y="947"/>
                  </a:cubicBezTo>
                  <a:lnTo>
                    <a:pt x="1346" y="947"/>
                  </a:lnTo>
                  <a:cubicBezTo>
                    <a:pt x="1374" y="947"/>
                    <a:pt x="1401" y="919"/>
                    <a:pt x="1401" y="891"/>
                  </a:cubicBezTo>
                  <a:lnTo>
                    <a:pt x="1401" y="56"/>
                  </a:lnTo>
                  <a:cubicBezTo>
                    <a:pt x="1401" y="28"/>
                    <a:pt x="1374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7">
              <a:extLst>
                <a:ext uri="{FF2B5EF4-FFF2-40B4-BE49-F238E27FC236}">
                  <a16:creationId xmlns:a16="http://schemas.microsoft.com/office/drawing/2014/main" id="{071B8016-AF7A-8E87-AC79-920F2FB4B29D}"/>
                </a:ext>
              </a:extLst>
            </p:cNvPr>
            <p:cNvSpPr/>
            <p:nvPr/>
          </p:nvSpPr>
          <p:spPr>
            <a:xfrm>
              <a:off x="7971330" y="3600163"/>
              <a:ext cx="103538" cy="62123"/>
            </a:xfrm>
            <a:custGeom>
              <a:avLst/>
              <a:gdLst/>
              <a:ahLst/>
              <a:cxnLst/>
              <a:rect l="l" t="t" r="r" b="b"/>
              <a:pathLst>
                <a:path w="1300" h="780" extrusionOk="0">
                  <a:moveTo>
                    <a:pt x="1" y="0"/>
                  </a:moveTo>
                  <a:lnTo>
                    <a:pt x="1" y="779"/>
                  </a:lnTo>
                  <a:lnTo>
                    <a:pt x="1299" y="779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7">
              <a:extLst>
                <a:ext uri="{FF2B5EF4-FFF2-40B4-BE49-F238E27FC236}">
                  <a16:creationId xmlns:a16="http://schemas.microsoft.com/office/drawing/2014/main" id="{5A09DF7D-166C-9A58-440D-07FD21075B20}"/>
                </a:ext>
              </a:extLst>
            </p:cNvPr>
            <p:cNvSpPr/>
            <p:nvPr/>
          </p:nvSpPr>
          <p:spPr>
            <a:xfrm>
              <a:off x="7966949" y="3595703"/>
              <a:ext cx="111583" cy="71043"/>
            </a:xfrm>
            <a:custGeom>
              <a:avLst/>
              <a:gdLst/>
              <a:ahLst/>
              <a:cxnLst/>
              <a:rect l="l" t="t" r="r" b="b"/>
              <a:pathLst>
                <a:path w="1401" h="892" extrusionOk="0">
                  <a:moveTo>
                    <a:pt x="1299" y="103"/>
                  </a:moveTo>
                  <a:lnTo>
                    <a:pt x="1299" y="780"/>
                  </a:lnTo>
                  <a:lnTo>
                    <a:pt x="111" y="780"/>
                  </a:lnTo>
                  <a:lnTo>
                    <a:pt x="111" y="103"/>
                  </a:lnTo>
                  <a:close/>
                  <a:moveTo>
                    <a:pt x="0" y="1"/>
                  </a:moveTo>
                  <a:lnTo>
                    <a:pt x="0" y="891"/>
                  </a:lnTo>
                  <a:lnTo>
                    <a:pt x="1401" y="891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7">
              <a:extLst>
                <a:ext uri="{FF2B5EF4-FFF2-40B4-BE49-F238E27FC236}">
                  <a16:creationId xmlns:a16="http://schemas.microsoft.com/office/drawing/2014/main" id="{BA9213FE-D041-E1E7-479B-EC7CC974592D}"/>
                </a:ext>
              </a:extLst>
            </p:cNvPr>
            <p:cNvSpPr/>
            <p:nvPr/>
          </p:nvSpPr>
          <p:spPr>
            <a:xfrm>
              <a:off x="7971330" y="3600163"/>
              <a:ext cx="103538" cy="62123"/>
            </a:xfrm>
            <a:custGeom>
              <a:avLst/>
              <a:gdLst/>
              <a:ahLst/>
              <a:cxnLst/>
              <a:rect l="l" t="t" r="r" b="b"/>
              <a:pathLst>
                <a:path w="1300" h="780" extrusionOk="0">
                  <a:moveTo>
                    <a:pt x="1" y="0"/>
                  </a:moveTo>
                  <a:lnTo>
                    <a:pt x="1" y="779"/>
                  </a:lnTo>
                  <a:lnTo>
                    <a:pt x="1299" y="779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7">
              <a:extLst>
                <a:ext uri="{FF2B5EF4-FFF2-40B4-BE49-F238E27FC236}">
                  <a16:creationId xmlns:a16="http://schemas.microsoft.com/office/drawing/2014/main" id="{6ECBDEB4-7276-2226-D03A-A64D5E59F724}"/>
                </a:ext>
              </a:extLst>
            </p:cNvPr>
            <p:cNvSpPr/>
            <p:nvPr/>
          </p:nvSpPr>
          <p:spPr>
            <a:xfrm>
              <a:off x="7966949" y="3595703"/>
              <a:ext cx="111583" cy="71043"/>
            </a:xfrm>
            <a:custGeom>
              <a:avLst/>
              <a:gdLst/>
              <a:ahLst/>
              <a:cxnLst/>
              <a:rect l="l" t="t" r="r" b="b"/>
              <a:pathLst>
                <a:path w="1401" h="892" extrusionOk="0">
                  <a:moveTo>
                    <a:pt x="1299" y="103"/>
                  </a:moveTo>
                  <a:lnTo>
                    <a:pt x="1299" y="780"/>
                  </a:lnTo>
                  <a:lnTo>
                    <a:pt x="111" y="780"/>
                  </a:lnTo>
                  <a:lnTo>
                    <a:pt x="111" y="103"/>
                  </a:lnTo>
                  <a:close/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835"/>
                  </a:lnTo>
                  <a:cubicBezTo>
                    <a:pt x="0" y="863"/>
                    <a:pt x="28" y="891"/>
                    <a:pt x="56" y="891"/>
                  </a:cubicBezTo>
                  <a:lnTo>
                    <a:pt x="1354" y="891"/>
                  </a:lnTo>
                  <a:cubicBezTo>
                    <a:pt x="1382" y="891"/>
                    <a:pt x="1401" y="863"/>
                    <a:pt x="1401" y="835"/>
                  </a:cubicBezTo>
                  <a:lnTo>
                    <a:pt x="1401" y="56"/>
                  </a:lnTo>
                  <a:cubicBezTo>
                    <a:pt x="1401" y="28"/>
                    <a:pt x="1382" y="1"/>
                    <a:pt x="1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7">
              <a:extLst>
                <a:ext uri="{FF2B5EF4-FFF2-40B4-BE49-F238E27FC236}">
                  <a16:creationId xmlns:a16="http://schemas.microsoft.com/office/drawing/2014/main" id="{B8FA5EC1-2F34-9EA6-FC36-498D69868BD1}"/>
                </a:ext>
              </a:extLst>
            </p:cNvPr>
            <p:cNvSpPr/>
            <p:nvPr/>
          </p:nvSpPr>
          <p:spPr>
            <a:xfrm>
              <a:off x="7003284" y="3902326"/>
              <a:ext cx="295640" cy="127192"/>
            </a:xfrm>
            <a:custGeom>
              <a:avLst/>
              <a:gdLst/>
              <a:ahLst/>
              <a:cxnLst/>
              <a:rect l="l" t="t" r="r" b="b"/>
              <a:pathLst>
                <a:path w="3712" h="1597" extrusionOk="0">
                  <a:moveTo>
                    <a:pt x="3712" y="1596"/>
                  </a:moveTo>
                  <a:lnTo>
                    <a:pt x="1" y="1"/>
                  </a:lnTo>
                </a:path>
              </a:pathLst>
            </a:custGeom>
            <a:solidFill>
              <a:srgbClr val="E16F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7">
              <a:extLst>
                <a:ext uri="{FF2B5EF4-FFF2-40B4-BE49-F238E27FC236}">
                  <a16:creationId xmlns:a16="http://schemas.microsoft.com/office/drawing/2014/main" id="{A86CA1DF-D3C6-F33E-F461-1A2F5D60CB07}"/>
                </a:ext>
              </a:extLst>
            </p:cNvPr>
            <p:cNvSpPr/>
            <p:nvPr/>
          </p:nvSpPr>
          <p:spPr>
            <a:xfrm>
              <a:off x="6998107" y="3897627"/>
              <a:ext cx="305994" cy="136271"/>
            </a:xfrm>
            <a:custGeom>
              <a:avLst/>
              <a:gdLst/>
              <a:ahLst/>
              <a:cxnLst/>
              <a:rect l="l" t="t" r="r" b="b"/>
              <a:pathLst>
                <a:path w="3842" h="1711" extrusionOk="0">
                  <a:moveTo>
                    <a:pt x="62" y="0"/>
                  </a:moveTo>
                  <a:cubicBezTo>
                    <a:pt x="40" y="0"/>
                    <a:pt x="17" y="11"/>
                    <a:pt x="10" y="32"/>
                  </a:cubicBezTo>
                  <a:cubicBezTo>
                    <a:pt x="1" y="60"/>
                    <a:pt x="10" y="97"/>
                    <a:pt x="38" y="106"/>
                  </a:cubicBezTo>
                  <a:lnTo>
                    <a:pt x="3749" y="1702"/>
                  </a:lnTo>
                  <a:cubicBezTo>
                    <a:pt x="3758" y="1711"/>
                    <a:pt x="3767" y="1711"/>
                    <a:pt x="3777" y="1711"/>
                  </a:cubicBezTo>
                  <a:cubicBezTo>
                    <a:pt x="3795" y="1711"/>
                    <a:pt x="3814" y="1702"/>
                    <a:pt x="3823" y="1674"/>
                  </a:cubicBezTo>
                  <a:cubicBezTo>
                    <a:pt x="3842" y="1646"/>
                    <a:pt x="3823" y="1609"/>
                    <a:pt x="3795" y="1600"/>
                  </a:cubicBezTo>
                  <a:lnTo>
                    <a:pt x="84" y="4"/>
                  </a:lnTo>
                  <a:cubicBezTo>
                    <a:pt x="78" y="2"/>
                    <a:pt x="70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7">
              <a:extLst>
                <a:ext uri="{FF2B5EF4-FFF2-40B4-BE49-F238E27FC236}">
                  <a16:creationId xmlns:a16="http://schemas.microsoft.com/office/drawing/2014/main" id="{E69285D8-BA4B-75B7-F7C4-7E691CB7B811}"/>
                </a:ext>
              </a:extLst>
            </p:cNvPr>
            <p:cNvSpPr/>
            <p:nvPr/>
          </p:nvSpPr>
          <p:spPr>
            <a:xfrm>
              <a:off x="6969355" y="3873495"/>
              <a:ext cx="48105" cy="48105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445" y="1"/>
                  </a:moveTo>
                  <a:lnTo>
                    <a:pt x="0" y="168"/>
                  </a:lnTo>
                  <a:lnTo>
                    <a:pt x="158" y="604"/>
                  </a:lnTo>
                  <a:lnTo>
                    <a:pt x="603" y="446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7">
              <a:extLst>
                <a:ext uri="{FF2B5EF4-FFF2-40B4-BE49-F238E27FC236}">
                  <a16:creationId xmlns:a16="http://schemas.microsoft.com/office/drawing/2014/main" id="{73235A13-854E-6301-333E-A54CE930C368}"/>
                </a:ext>
              </a:extLst>
            </p:cNvPr>
            <p:cNvSpPr/>
            <p:nvPr/>
          </p:nvSpPr>
          <p:spPr>
            <a:xfrm>
              <a:off x="6964178" y="3868477"/>
              <a:ext cx="58459" cy="57583"/>
            </a:xfrm>
            <a:custGeom>
              <a:avLst/>
              <a:gdLst/>
              <a:ahLst/>
              <a:cxnLst/>
              <a:rect l="l" t="t" r="r" b="b"/>
              <a:pathLst>
                <a:path w="734" h="723" extrusionOk="0">
                  <a:moveTo>
                    <a:pt x="473" y="129"/>
                  </a:moveTo>
                  <a:lnTo>
                    <a:pt x="594" y="472"/>
                  </a:lnTo>
                  <a:lnTo>
                    <a:pt x="260" y="593"/>
                  </a:lnTo>
                  <a:lnTo>
                    <a:pt x="139" y="259"/>
                  </a:lnTo>
                  <a:lnTo>
                    <a:pt x="473" y="129"/>
                  </a:lnTo>
                  <a:close/>
                  <a:moveTo>
                    <a:pt x="517" y="1"/>
                  </a:moveTo>
                  <a:cubicBezTo>
                    <a:pt x="508" y="1"/>
                    <a:pt x="500" y="3"/>
                    <a:pt x="492" y="8"/>
                  </a:cubicBezTo>
                  <a:lnTo>
                    <a:pt x="47" y="166"/>
                  </a:lnTo>
                  <a:cubicBezTo>
                    <a:pt x="28" y="175"/>
                    <a:pt x="19" y="184"/>
                    <a:pt x="10" y="194"/>
                  </a:cubicBezTo>
                  <a:cubicBezTo>
                    <a:pt x="10" y="212"/>
                    <a:pt x="0" y="222"/>
                    <a:pt x="10" y="240"/>
                  </a:cubicBezTo>
                  <a:lnTo>
                    <a:pt x="167" y="685"/>
                  </a:lnTo>
                  <a:cubicBezTo>
                    <a:pt x="177" y="704"/>
                    <a:pt x="204" y="722"/>
                    <a:pt x="223" y="722"/>
                  </a:cubicBezTo>
                  <a:lnTo>
                    <a:pt x="241" y="722"/>
                  </a:lnTo>
                  <a:lnTo>
                    <a:pt x="687" y="555"/>
                  </a:lnTo>
                  <a:cubicBezTo>
                    <a:pt x="724" y="546"/>
                    <a:pt x="733" y="509"/>
                    <a:pt x="724" y="481"/>
                  </a:cubicBezTo>
                  <a:lnTo>
                    <a:pt x="566" y="36"/>
                  </a:lnTo>
                  <a:cubicBezTo>
                    <a:pt x="559" y="16"/>
                    <a:pt x="538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7">
              <a:extLst>
                <a:ext uri="{FF2B5EF4-FFF2-40B4-BE49-F238E27FC236}">
                  <a16:creationId xmlns:a16="http://schemas.microsoft.com/office/drawing/2014/main" id="{9EA0E382-7180-8ED4-4B4A-5E4806C22A6C}"/>
                </a:ext>
              </a:extLst>
            </p:cNvPr>
            <p:cNvSpPr/>
            <p:nvPr/>
          </p:nvSpPr>
          <p:spPr>
            <a:xfrm>
              <a:off x="7282596" y="3887114"/>
              <a:ext cx="591120" cy="551935"/>
            </a:xfrm>
            <a:custGeom>
              <a:avLst/>
              <a:gdLst/>
              <a:ahLst/>
              <a:cxnLst/>
              <a:rect l="l" t="t" r="r" b="b"/>
              <a:pathLst>
                <a:path w="7422" h="6930" extrusionOk="0">
                  <a:moveTo>
                    <a:pt x="3722" y="1"/>
                  </a:moveTo>
                  <a:cubicBezTo>
                    <a:pt x="3544" y="1"/>
                    <a:pt x="3364" y="15"/>
                    <a:pt x="3182" y="43"/>
                  </a:cubicBezTo>
                  <a:cubicBezTo>
                    <a:pt x="1299" y="331"/>
                    <a:pt x="1" y="2093"/>
                    <a:pt x="288" y="3986"/>
                  </a:cubicBezTo>
                  <a:cubicBezTo>
                    <a:pt x="549" y="5702"/>
                    <a:pt x="2030" y="6929"/>
                    <a:pt x="3714" y="6929"/>
                  </a:cubicBezTo>
                  <a:cubicBezTo>
                    <a:pt x="3888" y="6929"/>
                    <a:pt x="4063" y="6916"/>
                    <a:pt x="4240" y="6889"/>
                  </a:cubicBezTo>
                  <a:cubicBezTo>
                    <a:pt x="6123" y="6593"/>
                    <a:pt x="7422" y="4830"/>
                    <a:pt x="7134" y="2938"/>
                  </a:cubicBezTo>
                  <a:cubicBezTo>
                    <a:pt x="6874" y="1227"/>
                    <a:pt x="5401" y="1"/>
                    <a:pt x="3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7">
              <a:extLst>
                <a:ext uri="{FF2B5EF4-FFF2-40B4-BE49-F238E27FC236}">
                  <a16:creationId xmlns:a16="http://schemas.microsoft.com/office/drawing/2014/main" id="{CFA639E1-9CEC-A807-FE87-AF78B6F3C6CA}"/>
                </a:ext>
              </a:extLst>
            </p:cNvPr>
            <p:cNvSpPr/>
            <p:nvPr/>
          </p:nvSpPr>
          <p:spPr>
            <a:xfrm>
              <a:off x="7277420" y="3882176"/>
              <a:ext cx="589687" cy="561094"/>
            </a:xfrm>
            <a:custGeom>
              <a:avLst/>
              <a:gdLst/>
              <a:ahLst/>
              <a:cxnLst/>
              <a:rect l="l" t="t" r="r" b="b"/>
              <a:pathLst>
                <a:path w="7404" h="7045" extrusionOk="0">
                  <a:moveTo>
                    <a:pt x="3776" y="114"/>
                  </a:moveTo>
                  <a:cubicBezTo>
                    <a:pt x="5427" y="114"/>
                    <a:pt x="6884" y="1330"/>
                    <a:pt x="7144" y="3009"/>
                  </a:cubicBezTo>
                  <a:cubicBezTo>
                    <a:pt x="7283" y="3909"/>
                    <a:pt x="7060" y="4808"/>
                    <a:pt x="6522" y="5541"/>
                  </a:cubicBezTo>
                  <a:cubicBezTo>
                    <a:pt x="5984" y="6274"/>
                    <a:pt x="5196" y="6757"/>
                    <a:pt x="4296" y="6886"/>
                  </a:cubicBezTo>
                  <a:cubicBezTo>
                    <a:pt x="4119" y="6914"/>
                    <a:pt x="3952" y="6933"/>
                    <a:pt x="3776" y="6933"/>
                  </a:cubicBezTo>
                  <a:cubicBezTo>
                    <a:pt x="2125" y="6933"/>
                    <a:pt x="669" y="5718"/>
                    <a:pt x="409" y="4038"/>
                  </a:cubicBezTo>
                  <a:cubicBezTo>
                    <a:pt x="130" y="2183"/>
                    <a:pt x="1401" y="439"/>
                    <a:pt x="3266" y="161"/>
                  </a:cubicBezTo>
                  <a:cubicBezTo>
                    <a:pt x="3433" y="133"/>
                    <a:pt x="3609" y="114"/>
                    <a:pt x="3776" y="114"/>
                  </a:cubicBezTo>
                  <a:close/>
                  <a:moveTo>
                    <a:pt x="3765" y="1"/>
                  </a:moveTo>
                  <a:cubicBezTo>
                    <a:pt x="3591" y="1"/>
                    <a:pt x="3415" y="14"/>
                    <a:pt x="3238" y="40"/>
                  </a:cubicBezTo>
                  <a:cubicBezTo>
                    <a:pt x="1327" y="337"/>
                    <a:pt x="1" y="2137"/>
                    <a:pt x="297" y="4057"/>
                  </a:cubicBezTo>
                  <a:cubicBezTo>
                    <a:pt x="566" y="5801"/>
                    <a:pt x="2069" y="7044"/>
                    <a:pt x="3776" y="7044"/>
                  </a:cubicBezTo>
                  <a:cubicBezTo>
                    <a:pt x="3952" y="7044"/>
                    <a:pt x="4129" y="7035"/>
                    <a:pt x="4314" y="7007"/>
                  </a:cubicBezTo>
                  <a:cubicBezTo>
                    <a:pt x="5242" y="6868"/>
                    <a:pt x="6058" y="6367"/>
                    <a:pt x="6615" y="5606"/>
                  </a:cubicBezTo>
                  <a:cubicBezTo>
                    <a:pt x="7171" y="4855"/>
                    <a:pt x="7403" y="3918"/>
                    <a:pt x="7255" y="2990"/>
                  </a:cubicBezTo>
                  <a:cubicBezTo>
                    <a:pt x="6985" y="1247"/>
                    <a:pt x="5478" y="1"/>
                    <a:pt x="3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7">
              <a:extLst>
                <a:ext uri="{FF2B5EF4-FFF2-40B4-BE49-F238E27FC236}">
                  <a16:creationId xmlns:a16="http://schemas.microsoft.com/office/drawing/2014/main" id="{CDE319B3-254F-7964-B707-5A01D5338B9B}"/>
                </a:ext>
              </a:extLst>
            </p:cNvPr>
            <p:cNvSpPr/>
            <p:nvPr/>
          </p:nvSpPr>
          <p:spPr>
            <a:xfrm>
              <a:off x="7236801" y="3869592"/>
              <a:ext cx="627358" cy="551776"/>
            </a:xfrm>
            <a:custGeom>
              <a:avLst/>
              <a:gdLst/>
              <a:ahLst/>
              <a:cxnLst/>
              <a:rect l="l" t="t" r="r" b="b"/>
              <a:pathLst>
                <a:path w="7877" h="6928" extrusionOk="0">
                  <a:moveTo>
                    <a:pt x="3939" y="1"/>
                  </a:moveTo>
                  <a:cubicBezTo>
                    <a:pt x="2845" y="1"/>
                    <a:pt x="1768" y="518"/>
                    <a:pt x="1095" y="1488"/>
                  </a:cubicBezTo>
                  <a:cubicBezTo>
                    <a:pt x="0" y="3055"/>
                    <a:pt x="390" y="5208"/>
                    <a:pt x="1958" y="6302"/>
                  </a:cubicBezTo>
                  <a:cubicBezTo>
                    <a:pt x="2562" y="6724"/>
                    <a:pt x="3255" y="6927"/>
                    <a:pt x="3941" y="6927"/>
                  </a:cubicBezTo>
                  <a:cubicBezTo>
                    <a:pt x="5034" y="6927"/>
                    <a:pt x="6109" y="6412"/>
                    <a:pt x="6782" y="5449"/>
                  </a:cubicBezTo>
                  <a:cubicBezTo>
                    <a:pt x="7876" y="3881"/>
                    <a:pt x="7487" y="1720"/>
                    <a:pt x="5919" y="625"/>
                  </a:cubicBezTo>
                  <a:cubicBezTo>
                    <a:pt x="5315" y="203"/>
                    <a:pt x="4624" y="1"/>
                    <a:pt x="39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7">
              <a:extLst>
                <a:ext uri="{FF2B5EF4-FFF2-40B4-BE49-F238E27FC236}">
                  <a16:creationId xmlns:a16="http://schemas.microsoft.com/office/drawing/2014/main" id="{2F8DECFF-67D2-0880-8B95-E8DCE2C2EDCC}"/>
                </a:ext>
              </a:extLst>
            </p:cNvPr>
            <p:cNvSpPr/>
            <p:nvPr/>
          </p:nvSpPr>
          <p:spPr>
            <a:xfrm>
              <a:off x="7250102" y="3865769"/>
              <a:ext cx="588890" cy="561254"/>
            </a:xfrm>
            <a:custGeom>
              <a:avLst/>
              <a:gdLst/>
              <a:ahLst/>
              <a:cxnLst/>
              <a:rect l="l" t="t" r="r" b="b"/>
              <a:pathLst>
                <a:path w="7394" h="7047" extrusionOk="0">
                  <a:moveTo>
                    <a:pt x="3778" y="113"/>
                  </a:moveTo>
                  <a:cubicBezTo>
                    <a:pt x="5427" y="113"/>
                    <a:pt x="6874" y="1322"/>
                    <a:pt x="7134" y="3001"/>
                  </a:cubicBezTo>
                  <a:cubicBezTo>
                    <a:pt x="7273" y="3901"/>
                    <a:pt x="7051" y="4801"/>
                    <a:pt x="6513" y="5534"/>
                  </a:cubicBezTo>
                  <a:cubicBezTo>
                    <a:pt x="5975" y="6267"/>
                    <a:pt x="5186" y="6749"/>
                    <a:pt x="4286" y="6888"/>
                  </a:cubicBezTo>
                  <a:cubicBezTo>
                    <a:pt x="4111" y="6916"/>
                    <a:pt x="3936" y="6929"/>
                    <a:pt x="3764" y="6929"/>
                  </a:cubicBezTo>
                  <a:cubicBezTo>
                    <a:pt x="2114" y="6929"/>
                    <a:pt x="661" y="5720"/>
                    <a:pt x="409" y="4040"/>
                  </a:cubicBezTo>
                  <a:cubicBezTo>
                    <a:pt x="121" y="2185"/>
                    <a:pt x="1401" y="441"/>
                    <a:pt x="3256" y="153"/>
                  </a:cubicBezTo>
                  <a:cubicBezTo>
                    <a:pt x="3432" y="126"/>
                    <a:pt x="3606" y="113"/>
                    <a:pt x="3778" y="113"/>
                  </a:cubicBezTo>
                  <a:close/>
                  <a:moveTo>
                    <a:pt x="3777" y="1"/>
                  </a:moveTo>
                  <a:cubicBezTo>
                    <a:pt x="3599" y="1"/>
                    <a:pt x="3419" y="14"/>
                    <a:pt x="3238" y="42"/>
                  </a:cubicBezTo>
                  <a:cubicBezTo>
                    <a:pt x="1318" y="339"/>
                    <a:pt x="0" y="2139"/>
                    <a:pt x="288" y="4059"/>
                  </a:cubicBezTo>
                  <a:cubicBezTo>
                    <a:pt x="557" y="5794"/>
                    <a:pt x="2060" y="7046"/>
                    <a:pt x="3767" y="7046"/>
                  </a:cubicBezTo>
                  <a:cubicBezTo>
                    <a:pt x="3943" y="7046"/>
                    <a:pt x="4128" y="7027"/>
                    <a:pt x="4305" y="7000"/>
                  </a:cubicBezTo>
                  <a:cubicBezTo>
                    <a:pt x="5232" y="6861"/>
                    <a:pt x="6049" y="6360"/>
                    <a:pt x="6605" y="5608"/>
                  </a:cubicBezTo>
                  <a:cubicBezTo>
                    <a:pt x="7171" y="4847"/>
                    <a:pt x="7394" y="3920"/>
                    <a:pt x="7255" y="2983"/>
                  </a:cubicBezTo>
                  <a:cubicBezTo>
                    <a:pt x="6986" y="1252"/>
                    <a:pt x="5484" y="1"/>
                    <a:pt x="3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7">
              <a:extLst>
                <a:ext uri="{FF2B5EF4-FFF2-40B4-BE49-F238E27FC236}">
                  <a16:creationId xmlns:a16="http://schemas.microsoft.com/office/drawing/2014/main" id="{6A89CAF5-7191-73E9-FF96-D95165CD3668}"/>
                </a:ext>
              </a:extLst>
            </p:cNvPr>
            <p:cNvSpPr/>
            <p:nvPr/>
          </p:nvSpPr>
          <p:spPr>
            <a:xfrm>
              <a:off x="7643863" y="3925423"/>
              <a:ext cx="134599" cy="135077"/>
            </a:xfrm>
            <a:custGeom>
              <a:avLst/>
              <a:gdLst/>
              <a:ahLst/>
              <a:cxnLst/>
              <a:rect l="l" t="t" r="r" b="b"/>
              <a:pathLst>
                <a:path w="1690" h="1696" extrusionOk="0">
                  <a:moveTo>
                    <a:pt x="105" y="0"/>
                  </a:moveTo>
                  <a:cubicBezTo>
                    <a:pt x="71" y="0"/>
                    <a:pt x="42" y="19"/>
                    <a:pt x="29" y="54"/>
                  </a:cubicBezTo>
                  <a:cubicBezTo>
                    <a:pt x="1" y="100"/>
                    <a:pt x="19" y="147"/>
                    <a:pt x="66" y="165"/>
                  </a:cubicBezTo>
                  <a:cubicBezTo>
                    <a:pt x="715" y="471"/>
                    <a:pt x="1225" y="991"/>
                    <a:pt x="1513" y="1649"/>
                  </a:cubicBezTo>
                  <a:cubicBezTo>
                    <a:pt x="1531" y="1677"/>
                    <a:pt x="1559" y="1696"/>
                    <a:pt x="1596" y="1696"/>
                  </a:cubicBezTo>
                  <a:cubicBezTo>
                    <a:pt x="1606" y="1696"/>
                    <a:pt x="1615" y="1696"/>
                    <a:pt x="1624" y="1687"/>
                  </a:cubicBezTo>
                  <a:cubicBezTo>
                    <a:pt x="1671" y="1668"/>
                    <a:pt x="1689" y="1622"/>
                    <a:pt x="1671" y="1575"/>
                  </a:cubicBezTo>
                  <a:cubicBezTo>
                    <a:pt x="1365" y="879"/>
                    <a:pt x="826" y="332"/>
                    <a:pt x="140" y="7"/>
                  </a:cubicBezTo>
                  <a:cubicBezTo>
                    <a:pt x="128" y="3"/>
                    <a:pt x="116" y="0"/>
                    <a:pt x="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7">
              <a:extLst>
                <a:ext uri="{FF2B5EF4-FFF2-40B4-BE49-F238E27FC236}">
                  <a16:creationId xmlns:a16="http://schemas.microsoft.com/office/drawing/2014/main" id="{4D4E7DAC-A446-E0A7-D0D0-1BBC3BB5E3CB}"/>
                </a:ext>
              </a:extLst>
            </p:cNvPr>
            <p:cNvSpPr/>
            <p:nvPr/>
          </p:nvSpPr>
          <p:spPr>
            <a:xfrm>
              <a:off x="7895061" y="4209673"/>
              <a:ext cx="304480" cy="38548"/>
            </a:xfrm>
            <a:custGeom>
              <a:avLst/>
              <a:gdLst/>
              <a:ahLst/>
              <a:cxnLst/>
              <a:rect l="l" t="t" r="r" b="b"/>
              <a:pathLst>
                <a:path w="3823" h="484" extrusionOk="0">
                  <a:moveTo>
                    <a:pt x="1" y="1"/>
                  </a:moveTo>
                  <a:lnTo>
                    <a:pt x="1" y="483"/>
                  </a:lnTo>
                  <a:lnTo>
                    <a:pt x="3823" y="483"/>
                  </a:lnTo>
                  <a:lnTo>
                    <a:pt x="38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7">
              <a:extLst>
                <a:ext uri="{FF2B5EF4-FFF2-40B4-BE49-F238E27FC236}">
                  <a16:creationId xmlns:a16="http://schemas.microsoft.com/office/drawing/2014/main" id="{EE88138C-0885-EB63-2DA8-2F8582670885}"/>
                </a:ext>
              </a:extLst>
            </p:cNvPr>
            <p:cNvSpPr/>
            <p:nvPr/>
          </p:nvSpPr>
          <p:spPr>
            <a:xfrm>
              <a:off x="7890681" y="4205293"/>
              <a:ext cx="314038" cy="48105"/>
            </a:xfrm>
            <a:custGeom>
              <a:avLst/>
              <a:gdLst/>
              <a:ahLst/>
              <a:cxnLst/>
              <a:rect l="l" t="t" r="r" b="b"/>
              <a:pathLst>
                <a:path w="3943" h="604" extrusionOk="0">
                  <a:moveTo>
                    <a:pt x="3822" y="111"/>
                  </a:moveTo>
                  <a:lnTo>
                    <a:pt x="3822" y="482"/>
                  </a:lnTo>
                  <a:lnTo>
                    <a:pt x="121" y="482"/>
                  </a:ln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47"/>
                  </a:lnTo>
                  <a:cubicBezTo>
                    <a:pt x="0" y="557"/>
                    <a:pt x="10" y="575"/>
                    <a:pt x="19" y="584"/>
                  </a:cubicBezTo>
                  <a:cubicBezTo>
                    <a:pt x="28" y="594"/>
                    <a:pt x="47" y="603"/>
                    <a:pt x="56" y="603"/>
                  </a:cubicBezTo>
                  <a:lnTo>
                    <a:pt x="3878" y="603"/>
                  </a:lnTo>
                  <a:cubicBezTo>
                    <a:pt x="3915" y="603"/>
                    <a:pt x="3943" y="575"/>
                    <a:pt x="3943" y="547"/>
                  </a:cubicBezTo>
                  <a:lnTo>
                    <a:pt x="3943" y="56"/>
                  </a:lnTo>
                  <a:cubicBezTo>
                    <a:pt x="3943" y="37"/>
                    <a:pt x="3934" y="19"/>
                    <a:pt x="3924" y="9"/>
                  </a:cubicBezTo>
                  <a:cubicBezTo>
                    <a:pt x="3915" y="0"/>
                    <a:pt x="389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7">
              <a:extLst>
                <a:ext uri="{FF2B5EF4-FFF2-40B4-BE49-F238E27FC236}">
                  <a16:creationId xmlns:a16="http://schemas.microsoft.com/office/drawing/2014/main" id="{3E0659AA-50DB-81C8-5644-8D824CAEBF40}"/>
                </a:ext>
              </a:extLst>
            </p:cNvPr>
            <p:cNvSpPr/>
            <p:nvPr/>
          </p:nvSpPr>
          <p:spPr>
            <a:xfrm>
              <a:off x="7895061" y="4136560"/>
              <a:ext cx="175218" cy="25884"/>
            </a:xfrm>
            <a:custGeom>
              <a:avLst/>
              <a:gdLst/>
              <a:ahLst/>
              <a:cxnLst/>
              <a:rect l="l" t="t" r="r" b="b"/>
              <a:pathLst>
                <a:path w="2200" h="325" extrusionOk="0">
                  <a:moveTo>
                    <a:pt x="1" y="0"/>
                  </a:moveTo>
                  <a:lnTo>
                    <a:pt x="1" y="325"/>
                  </a:lnTo>
                  <a:lnTo>
                    <a:pt x="2199" y="325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7">
              <a:extLst>
                <a:ext uri="{FF2B5EF4-FFF2-40B4-BE49-F238E27FC236}">
                  <a16:creationId xmlns:a16="http://schemas.microsoft.com/office/drawing/2014/main" id="{ADE7A7B1-8FDA-59BD-5BF3-1D1DAC7C5F86}"/>
                </a:ext>
              </a:extLst>
            </p:cNvPr>
            <p:cNvSpPr/>
            <p:nvPr/>
          </p:nvSpPr>
          <p:spPr>
            <a:xfrm>
              <a:off x="7890681" y="4132100"/>
              <a:ext cx="184058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21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21"/>
                  </a:lnTo>
                  <a:close/>
                  <a:moveTo>
                    <a:pt x="56" y="1"/>
                  </a:moveTo>
                  <a:cubicBezTo>
                    <a:pt x="47" y="1"/>
                    <a:pt x="28" y="10"/>
                    <a:pt x="19" y="19"/>
                  </a:cubicBezTo>
                  <a:cubicBezTo>
                    <a:pt x="10" y="28"/>
                    <a:pt x="0" y="47"/>
                    <a:pt x="0" y="56"/>
                  </a:cubicBezTo>
                  <a:lnTo>
                    <a:pt x="0" y="381"/>
                  </a:lnTo>
                  <a:cubicBezTo>
                    <a:pt x="0" y="409"/>
                    <a:pt x="28" y="437"/>
                    <a:pt x="56" y="437"/>
                  </a:cubicBezTo>
                  <a:lnTo>
                    <a:pt x="2254" y="437"/>
                  </a:lnTo>
                  <a:cubicBezTo>
                    <a:pt x="2273" y="437"/>
                    <a:pt x="2282" y="427"/>
                    <a:pt x="2292" y="418"/>
                  </a:cubicBezTo>
                  <a:cubicBezTo>
                    <a:pt x="2310" y="409"/>
                    <a:pt x="2310" y="390"/>
                    <a:pt x="2310" y="381"/>
                  </a:cubicBezTo>
                  <a:lnTo>
                    <a:pt x="2310" y="56"/>
                  </a:lnTo>
                  <a:cubicBezTo>
                    <a:pt x="2310" y="28"/>
                    <a:pt x="2282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7">
              <a:extLst>
                <a:ext uri="{FF2B5EF4-FFF2-40B4-BE49-F238E27FC236}">
                  <a16:creationId xmlns:a16="http://schemas.microsoft.com/office/drawing/2014/main" id="{E153C515-31E7-D8CA-64E6-323AE61BAFF1}"/>
                </a:ext>
              </a:extLst>
            </p:cNvPr>
            <p:cNvSpPr/>
            <p:nvPr/>
          </p:nvSpPr>
          <p:spPr>
            <a:xfrm>
              <a:off x="7895061" y="4064163"/>
              <a:ext cx="175218" cy="25168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7">
              <a:extLst>
                <a:ext uri="{FF2B5EF4-FFF2-40B4-BE49-F238E27FC236}">
                  <a16:creationId xmlns:a16="http://schemas.microsoft.com/office/drawing/2014/main" id="{31A73F72-C35B-E141-F509-BD5B16DD3C6A}"/>
                </a:ext>
              </a:extLst>
            </p:cNvPr>
            <p:cNvSpPr/>
            <p:nvPr/>
          </p:nvSpPr>
          <p:spPr>
            <a:xfrm>
              <a:off x="7890681" y="4059703"/>
              <a:ext cx="184058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12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47" y="1"/>
                    <a:pt x="28" y="10"/>
                    <a:pt x="19" y="19"/>
                  </a:cubicBezTo>
                  <a:cubicBezTo>
                    <a:pt x="10" y="28"/>
                    <a:pt x="0" y="38"/>
                    <a:pt x="0" y="56"/>
                  </a:cubicBezTo>
                  <a:lnTo>
                    <a:pt x="0" y="372"/>
                  </a:lnTo>
                  <a:cubicBezTo>
                    <a:pt x="0" y="409"/>
                    <a:pt x="28" y="437"/>
                    <a:pt x="56" y="437"/>
                  </a:cubicBezTo>
                  <a:lnTo>
                    <a:pt x="2254" y="437"/>
                  </a:lnTo>
                  <a:cubicBezTo>
                    <a:pt x="2273" y="437"/>
                    <a:pt x="2282" y="427"/>
                    <a:pt x="2292" y="418"/>
                  </a:cubicBezTo>
                  <a:cubicBezTo>
                    <a:pt x="2310" y="409"/>
                    <a:pt x="2310" y="390"/>
                    <a:pt x="2310" y="372"/>
                  </a:cubicBezTo>
                  <a:lnTo>
                    <a:pt x="2310" y="56"/>
                  </a:lnTo>
                  <a:cubicBezTo>
                    <a:pt x="2310" y="28"/>
                    <a:pt x="2282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7">
              <a:extLst>
                <a:ext uri="{FF2B5EF4-FFF2-40B4-BE49-F238E27FC236}">
                  <a16:creationId xmlns:a16="http://schemas.microsoft.com/office/drawing/2014/main" id="{C3265CC9-CD3C-5610-E188-F7A6517E776C}"/>
                </a:ext>
              </a:extLst>
            </p:cNvPr>
            <p:cNvSpPr/>
            <p:nvPr/>
          </p:nvSpPr>
          <p:spPr>
            <a:xfrm>
              <a:off x="7475415" y="3969546"/>
              <a:ext cx="156023" cy="115325"/>
            </a:xfrm>
            <a:custGeom>
              <a:avLst/>
              <a:gdLst/>
              <a:ahLst/>
              <a:cxnLst/>
              <a:rect l="l" t="t" r="r" b="b"/>
              <a:pathLst>
                <a:path w="1959" h="1448" extrusionOk="0">
                  <a:moveTo>
                    <a:pt x="975" y="1"/>
                  </a:moveTo>
                  <a:cubicBezTo>
                    <a:pt x="437" y="1"/>
                    <a:pt x="1" y="437"/>
                    <a:pt x="1" y="975"/>
                  </a:cubicBezTo>
                  <a:lnTo>
                    <a:pt x="1" y="1448"/>
                  </a:lnTo>
                  <a:lnTo>
                    <a:pt x="353" y="1448"/>
                  </a:lnTo>
                  <a:lnTo>
                    <a:pt x="353" y="975"/>
                  </a:lnTo>
                  <a:cubicBezTo>
                    <a:pt x="353" y="632"/>
                    <a:pt x="641" y="353"/>
                    <a:pt x="984" y="353"/>
                  </a:cubicBezTo>
                  <a:cubicBezTo>
                    <a:pt x="1327" y="353"/>
                    <a:pt x="1606" y="632"/>
                    <a:pt x="1606" y="975"/>
                  </a:cubicBezTo>
                  <a:lnTo>
                    <a:pt x="1606" y="1448"/>
                  </a:lnTo>
                  <a:lnTo>
                    <a:pt x="1958" y="1448"/>
                  </a:lnTo>
                  <a:lnTo>
                    <a:pt x="1958" y="975"/>
                  </a:lnTo>
                  <a:cubicBezTo>
                    <a:pt x="1958" y="437"/>
                    <a:pt x="1513" y="1"/>
                    <a:pt x="9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7">
              <a:extLst>
                <a:ext uri="{FF2B5EF4-FFF2-40B4-BE49-F238E27FC236}">
                  <a16:creationId xmlns:a16="http://schemas.microsoft.com/office/drawing/2014/main" id="{75A55448-C325-D7EB-5D0F-F434EE1EF536}"/>
                </a:ext>
              </a:extLst>
            </p:cNvPr>
            <p:cNvSpPr/>
            <p:nvPr/>
          </p:nvSpPr>
          <p:spPr>
            <a:xfrm>
              <a:off x="7471035" y="3964369"/>
              <a:ext cx="164784" cy="125679"/>
            </a:xfrm>
            <a:custGeom>
              <a:avLst/>
              <a:gdLst/>
              <a:ahLst/>
              <a:cxnLst/>
              <a:rect l="l" t="t" r="r" b="b"/>
              <a:pathLst>
                <a:path w="2069" h="1578" extrusionOk="0">
                  <a:moveTo>
                    <a:pt x="1039" y="121"/>
                  </a:moveTo>
                  <a:cubicBezTo>
                    <a:pt x="1540" y="121"/>
                    <a:pt x="1948" y="530"/>
                    <a:pt x="1948" y="1040"/>
                  </a:cubicBezTo>
                  <a:lnTo>
                    <a:pt x="1948" y="1457"/>
                  </a:lnTo>
                  <a:lnTo>
                    <a:pt x="1716" y="1457"/>
                  </a:lnTo>
                  <a:lnTo>
                    <a:pt x="1716" y="1040"/>
                  </a:lnTo>
                  <a:cubicBezTo>
                    <a:pt x="1716" y="660"/>
                    <a:pt x="1410" y="353"/>
                    <a:pt x="1030" y="353"/>
                  </a:cubicBezTo>
                  <a:cubicBezTo>
                    <a:pt x="659" y="353"/>
                    <a:pt x="353" y="660"/>
                    <a:pt x="353" y="1040"/>
                  </a:cubicBezTo>
                  <a:lnTo>
                    <a:pt x="353" y="1457"/>
                  </a:lnTo>
                  <a:lnTo>
                    <a:pt x="121" y="1457"/>
                  </a:lnTo>
                  <a:lnTo>
                    <a:pt x="121" y="1040"/>
                  </a:lnTo>
                  <a:cubicBezTo>
                    <a:pt x="121" y="530"/>
                    <a:pt x="529" y="121"/>
                    <a:pt x="1039" y="121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lnTo>
                    <a:pt x="0" y="1513"/>
                  </a:lnTo>
                  <a:cubicBezTo>
                    <a:pt x="0" y="1550"/>
                    <a:pt x="28" y="1578"/>
                    <a:pt x="65" y="1578"/>
                  </a:cubicBezTo>
                  <a:lnTo>
                    <a:pt x="418" y="1578"/>
                  </a:lnTo>
                  <a:cubicBezTo>
                    <a:pt x="445" y="1578"/>
                    <a:pt x="473" y="1550"/>
                    <a:pt x="473" y="1513"/>
                  </a:cubicBezTo>
                  <a:lnTo>
                    <a:pt x="473" y="1040"/>
                  </a:lnTo>
                  <a:cubicBezTo>
                    <a:pt x="473" y="724"/>
                    <a:pt x="724" y="474"/>
                    <a:pt x="1039" y="474"/>
                  </a:cubicBezTo>
                  <a:cubicBezTo>
                    <a:pt x="1345" y="474"/>
                    <a:pt x="1605" y="724"/>
                    <a:pt x="1605" y="1040"/>
                  </a:cubicBezTo>
                  <a:lnTo>
                    <a:pt x="1605" y="1513"/>
                  </a:lnTo>
                  <a:cubicBezTo>
                    <a:pt x="1605" y="1550"/>
                    <a:pt x="1624" y="1578"/>
                    <a:pt x="1661" y="1578"/>
                  </a:cubicBezTo>
                  <a:lnTo>
                    <a:pt x="2013" y="1578"/>
                  </a:lnTo>
                  <a:cubicBezTo>
                    <a:pt x="2041" y="1578"/>
                    <a:pt x="2069" y="1550"/>
                    <a:pt x="2069" y="1513"/>
                  </a:cubicBezTo>
                  <a:lnTo>
                    <a:pt x="2069" y="1040"/>
                  </a:lnTo>
                  <a:cubicBezTo>
                    <a:pt x="2069" y="465"/>
                    <a:pt x="1605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7">
              <a:extLst>
                <a:ext uri="{FF2B5EF4-FFF2-40B4-BE49-F238E27FC236}">
                  <a16:creationId xmlns:a16="http://schemas.microsoft.com/office/drawing/2014/main" id="{6D805A55-C2E8-BAC3-D53A-07B1C9D0D4FA}"/>
                </a:ext>
              </a:extLst>
            </p:cNvPr>
            <p:cNvSpPr/>
            <p:nvPr/>
          </p:nvSpPr>
          <p:spPr>
            <a:xfrm>
              <a:off x="7437744" y="4085587"/>
              <a:ext cx="231367" cy="192899"/>
            </a:xfrm>
            <a:custGeom>
              <a:avLst/>
              <a:gdLst/>
              <a:ahLst/>
              <a:cxnLst/>
              <a:rect l="l" t="t" r="r" b="b"/>
              <a:pathLst>
                <a:path w="2905" h="2422" extrusionOk="0">
                  <a:moveTo>
                    <a:pt x="84" y="0"/>
                  </a:moveTo>
                  <a:cubicBezTo>
                    <a:pt x="38" y="0"/>
                    <a:pt x="10" y="37"/>
                    <a:pt x="10" y="74"/>
                  </a:cubicBezTo>
                  <a:lnTo>
                    <a:pt x="10" y="2347"/>
                  </a:lnTo>
                  <a:cubicBezTo>
                    <a:pt x="1" y="2384"/>
                    <a:pt x="38" y="2421"/>
                    <a:pt x="84" y="2421"/>
                  </a:cubicBezTo>
                  <a:lnTo>
                    <a:pt x="2821" y="2421"/>
                  </a:lnTo>
                  <a:cubicBezTo>
                    <a:pt x="2867" y="2421"/>
                    <a:pt x="2904" y="2384"/>
                    <a:pt x="2904" y="2347"/>
                  </a:cubicBezTo>
                  <a:lnTo>
                    <a:pt x="2904" y="74"/>
                  </a:lnTo>
                  <a:cubicBezTo>
                    <a:pt x="2904" y="37"/>
                    <a:pt x="2867" y="0"/>
                    <a:pt x="2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7">
              <a:extLst>
                <a:ext uri="{FF2B5EF4-FFF2-40B4-BE49-F238E27FC236}">
                  <a16:creationId xmlns:a16="http://schemas.microsoft.com/office/drawing/2014/main" id="{5B0E3EDD-C1E5-8A54-66E0-F4B67763E9D2}"/>
                </a:ext>
              </a:extLst>
            </p:cNvPr>
            <p:cNvSpPr/>
            <p:nvPr/>
          </p:nvSpPr>
          <p:spPr>
            <a:xfrm>
              <a:off x="7433283" y="4080411"/>
              <a:ext cx="240207" cy="202536"/>
            </a:xfrm>
            <a:custGeom>
              <a:avLst/>
              <a:gdLst/>
              <a:ahLst/>
              <a:cxnLst/>
              <a:rect l="l" t="t" r="r" b="b"/>
              <a:pathLst>
                <a:path w="3016" h="2543" extrusionOk="0">
                  <a:moveTo>
                    <a:pt x="2877" y="121"/>
                  </a:moveTo>
                  <a:cubicBezTo>
                    <a:pt x="2895" y="121"/>
                    <a:pt x="2905" y="130"/>
                    <a:pt x="2905" y="139"/>
                  </a:cubicBezTo>
                  <a:lnTo>
                    <a:pt x="2905" y="2412"/>
                  </a:lnTo>
                  <a:cubicBezTo>
                    <a:pt x="2905" y="2421"/>
                    <a:pt x="2886" y="2431"/>
                    <a:pt x="2877" y="2431"/>
                  </a:cubicBezTo>
                  <a:lnTo>
                    <a:pt x="140" y="2431"/>
                  </a:lnTo>
                  <a:cubicBezTo>
                    <a:pt x="131" y="2431"/>
                    <a:pt x="122" y="2421"/>
                    <a:pt x="122" y="2412"/>
                  </a:cubicBezTo>
                  <a:lnTo>
                    <a:pt x="122" y="139"/>
                  </a:lnTo>
                  <a:cubicBezTo>
                    <a:pt x="122" y="130"/>
                    <a:pt x="131" y="121"/>
                    <a:pt x="140" y="12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2412"/>
                  </a:lnTo>
                  <a:cubicBezTo>
                    <a:pt x="1" y="2486"/>
                    <a:pt x="66" y="2542"/>
                    <a:pt x="140" y="2542"/>
                  </a:cubicBezTo>
                  <a:lnTo>
                    <a:pt x="2877" y="2542"/>
                  </a:lnTo>
                  <a:cubicBezTo>
                    <a:pt x="2951" y="2542"/>
                    <a:pt x="3016" y="2486"/>
                    <a:pt x="3016" y="2412"/>
                  </a:cubicBezTo>
                  <a:lnTo>
                    <a:pt x="3016" y="139"/>
                  </a:lnTo>
                  <a:cubicBezTo>
                    <a:pt x="3016" y="65"/>
                    <a:pt x="2951" y="0"/>
                    <a:pt x="2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7">
              <a:extLst>
                <a:ext uri="{FF2B5EF4-FFF2-40B4-BE49-F238E27FC236}">
                  <a16:creationId xmlns:a16="http://schemas.microsoft.com/office/drawing/2014/main" id="{32074C30-8594-D69C-040E-11BF86CB3623}"/>
                </a:ext>
              </a:extLst>
            </p:cNvPr>
            <p:cNvSpPr/>
            <p:nvPr/>
          </p:nvSpPr>
          <p:spPr>
            <a:xfrm>
              <a:off x="7532361" y="4141737"/>
              <a:ext cx="42132" cy="80600"/>
            </a:xfrm>
            <a:custGeom>
              <a:avLst/>
              <a:gdLst/>
              <a:ahLst/>
              <a:cxnLst/>
              <a:rect l="l" t="t" r="r" b="b"/>
              <a:pathLst>
                <a:path w="529" h="1012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371"/>
                    <a:pt x="56" y="464"/>
                    <a:pt x="148" y="510"/>
                  </a:cubicBezTo>
                  <a:lnTo>
                    <a:pt x="37" y="900"/>
                  </a:lnTo>
                  <a:cubicBezTo>
                    <a:pt x="28" y="956"/>
                    <a:pt x="65" y="1011"/>
                    <a:pt x="121" y="1011"/>
                  </a:cubicBezTo>
                  <a:lnTo>
                    <a:pt x="427" y="1011"/>
                  </a:lnTo>
                  <a:cubicBezTo>
                    <a:pt x="482" y="1011"/>
                    <a:pt x="520" y="956"/>
                    <a:pt x="510" y="900"/>
                  </a:cubicBezTo>
                  <a:lnTo>
                    <a:pt x="390" y="501"/>
                  </a:lnTo>
                  <a:cubicBezTo>
                    <a:pt x="473" y="455"/>
                    <a:pt x="529" y="371"/>
                    <a:pt x="529" y="269"/>
                  </a:cubicBezTo>
                  <a:cubicBezTo>
                    <a:pt x="529" y="121"/>
                    <a:pt x="417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7">
              <a:extLst>
                <a:ext uri="{FF2B5EF4-FFF2-40B4-BE49-F238E27FC236}">
                  <a16:creationId xmlns:a16="http://schemas.microsoft.com/office/drawing/2014/main" id="{FEEFF77E-DBDC-6918-7F77-EC11ABB0EBD8}"/>
                </a:ext>
              </a:extLst>
            </p:cNvPr>
            <p:cNvSpPr/>
            <p:nvPr/>
          </p:nvSpPr>
          <p:spPr>
            <a:xfrm>
              <a:off x="7527901" y="4137277"/>
              <a:ext cx="51769" cy="89520"/>
            </a:xfrm>
            <a:custGeom>
              <a:avLst/>
              <a:gdLst/>
              <a:ahLst/>
              <a:cxnLst/>
              <a:rect l="l" t="t" r="r" b="b"/>
              <a:pathLst>
                <a:path w="650" h="1124" extrusionOk="0">
                  <a:moveTo>
                    <a:pt x="325" y="121"/>
                  </a:moveTo>
                  <a:cubicBezTo>
                    <a:pt x="436" y="121"/>
                    <a:pt x="529" y="214"/>
                    <a:pt x="529" y="325"/>
                  </a:cubicBezTo>
                  <a:cubicBezTo>
                    <a:pt x="529" y="399"/>
                    <a:pt x="492" y="474"/>
                    <a:pt x="418" y="511"/>
                  </a:cubicBezTo>
                  <a:cubicBezTo>
                    <a:pt x="399" y="520"/>
                    <a:pt x="390" y="548"/>
                    <a:pt x="390" y="576"/>
                  </a:cubicBezTo>
                  <a:lnTo>
                    <a:pt x="511" y="975"/>
                  </a:lnTo>
                  <a:cubicBezTo>
                    <a:pt x="511" y="984"/>
                    <a:pt x="501" y="993"/>
                    <a:pt x="501" y="993"/>
                  </a:cubicBezTo>
                  <a:cubicBezTo>
                    <a:pt x="501" y="1002"/>
                    <a:pt x="492" y="1002"/>
                    <a:pt x="483" y="1002"/>
                  </a:cubicBezTo>
                  <a:lnTo>
                    <a:pt x="177" y="1002"/>
                  </a:lnTo>
                  <a:cubicBezTo>
                    <a:pt x="158" y="1002"/>
                    <a:pt x="158" y="1002"/>
                    <a:pt x="158" y="993"/>
                  </a:cubicBezTo>
                  <a:cubicBezTo>
                    <a:pt x="149" y="993"/>
                    <a:pt x="149" y="984"/>
                    <a:pt x="149" y="975"/>
                  </a:cubicBezTo>
                  <a:lnTo>
                    <a:pt x="260" y="576"/>
                  </a:lnTo>
                  <a:cubicBezTo>
                    <a:pt x="269" y="548"/>
                    <a:pt x="260" y="520"/>
                    <a:pt x="232" y="511"/>
                  </a:cubicBezTo>
                  <a:cubicBezTo>
                    <a:pt x="158" y="474"/>
                    <a:pt x="112" y="409"/>
                    <a:pt x="112" y="325"/>
                  </a:cubicBezTo>
                  <a:cubicBezTo>
                    <a:pt x="112" y="214"/>
                    <a:pt x="204" y="121"/>
                    <a:pt x="325" y="121"/>
                  </a:cubicBezTo>
                  <a:close/>
                  <a:moveTo>
                    <a:pt x="325" y="1"/>
                  </a:moveTo>
                  <a:cubicBezTo>
                    <a:pt x="140" y="1"/>
                    <a:pt x="0" y="149"/>
                    <a:pt x="0" y="325"/>
                  </a:cubicBezTo>
                  <a:cubicBezTo>
                    <a:pt x="0" y="427"/>
                    <a:pt x="47" y="529"/>
                    <a:pt x="140" y="594"/>
                  </a:cubicBezTo>
                  <a:lnTo>
                    <a:pt x="37" y="947"/>
                  </a:lnTo>
                  <a:cubicBezTo>
                    <a:pt x="28" y="984"/>
                    <a:pt x="28" y="1030"/>
                    <a:pt x="56" y="1067"/>
                  </a:cubicBezTo>
                  <a:cubicBezTo>
                    <a:pt x="84" y="1105"/>
                    <a:pt x="130" y="1123"/>
                    <a:pt x="167" y="1123"/>
                  </a:cubicBezTo>
                  <a:lnTo>
                    <a:pt x="483" y="1123"/>
                  </a:lnTo>
                  <a:cubicBezTo>
                    <a:pt x="529" y="1123"/>
                    <a:pt x="566" y="1105"/>
                    <a:pt x="594" y="1067"/>
                  </a:cubicBezTo>
                  <a:cubicBezTo>
                    <a:pt x="622" y="1030"/>
                    <a:pt x="631" y="984"/>
                    <a:pt x="613" y="947"/>
                  </a:cubicBezTo>
                  <a:lnTo>
                    <a:pt x="520" y="585"/>
                  </a:lnTo>
                  <a:cubicBezTo>
                    <a:pt x="594" y="520"/>
                    <a:pt x="650" y="427"/>
                    <a:pt x="650" y="325"/>
                  </a:cubicBezTo>
                  <a:cubicBezTo>
                    <a:pt x="650" y="140"/>
                    <a:pt x="501" y="1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354933B6-55F3-DA10-B44C-652F0B4953E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84" r="24284"/>
          <a:stretch>
            <a:fillRect/>
          </a:stretch>
        </p:blipFill>
        <p:spPr>
          <a:xfrm>
            <a:off x="5222900" y="928437"/>
            <a:ext cx="2203500" cy="3213300"/>
          </a:xfrm>
        </p:spPr>
      </p:pic>
    </p:spTree>
    <p:extLst>
      <p:ext uri="{BB962C8B-B14F-4D97-AF65-F5344CB8AC3E}">
        <p14:creationId xmlns:p14="http://schemas.microsoft.com/office/powerpoint/2010/main" val="724127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5"/>
          <p:cNvSpPr txBox="1">
            <a:spLocks noGrp="1"/>
          </p:cNvSpPr>
          <p:nvPr>
            <p:ph type="title"/>
          </p:nvPr>
        </p:nvSpPr>
        <p:spPr>
          <a:xfrm>
            <a:off x="562930" y="3112556"/>
            <a:ext cx="7710900" cy="15011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Components Used:</a:t>
            </a:r>
            <a:br>
              <a:rPr lang="en" sz="1800" dirty="0"/>
            </a:br>
            <a:r>
              <a:rPr lang="en" sz="1200" dirty="0"/>
              <a:t>(i)    STM32F401</a:t>
            </a:r>
            <a:r>
              <a:rPr lang="en" sz="1200" b="0" dirty="0"/>
              <a:t> (Black Pill Board &amp; Debugger), </a:t>
            </a:r>
            <a:br>
              <a:rPr lang="en" sz="1200" b="0" dirty="0"/>
            </a:br>
            <a:r>
              <a:rPr lang="en" sz="1200" dirty="0"/>
              <a:t>(ii)  MAX30102</a:t>
            </a:r>
            <a:r>
              <a:rPr lang="en" sz="1200" b="0" dirty="0"/>
              <a:t> Sensor (for Pulse rate &amp; SpO2 saturation reading), </a:t>
            </a:r>
            <a:br>
              <a:rPr lang="en" sz="1200" b="0" dirty="0"/>
            </a:br>
            <a:r>
              <a:rPr lang="en" sz="1200" dirty="0"/>
              <a:t>(iii) LM35</a:t>
            </a:r>
            <a:r>
              <a:rPr lang="en" sz="1200" b="0" dirty="0"/>
              <a:t> Sensor (for measuring the body temperature), </a:t>
            </a:r>
            <a:br>
              <a:rPr lang="en" sz="1200" b="0" dirty="0"/>
            </a:br>
            <a:r>
              <a:rPr lang="en" sz="1200" dirty="0"/>
              <a:t>(iv) TTL Convertor </a:t>
            </a:r>
            <a:r>
              <a:rPr lang="en" sz="1200" b="0" dirty="0"/>
              <a:t>(for transmitting/receiving data between PC and Micro-Controller via UART)</a:t>
            </a:r>
            <a:br>
              <a:rPr lang="en" sz="1200" b="0" dirty="0"/>
            </a:br>
            <a:r>
              <a:rPr lang="en" sz="1200" dirty="0"/>
              <a:t>(v)   HC05</a:t>
            </a:r>
            <a:r>
              <a:rPr lang="en" sz="1200" b="0" dirty="0"/>
              <a:t> bluetooth module (to send the readings to device), </a:t>
            </a:r>
            <a:br>
              <a:rPr lang="en" sz="1200" b="0" dirty="0"/>
            </a:br>
            <a:r>
              <a:rPr lang="en" sz="1200" dirty="0"/>
              <a:t>(vi)</a:t>
            </a:r>
            <a:r>
              <a:rPr lang="en" sz="1200" b="0" dirty="0"/>
              <a:t>  </a:t>
            </a:r>
            <a:r>
              <a:rPr lang="en" sz="1200" dirty="0"/>
              <a:t>Led</a:t>
            </a:r>
            <a:r>
              <a:rPr lang="en" sz="1200" b="0" dirty="0"/>
              <a:t>, </a:t>
            </a:r>
            <a:r>
              <a:rPr lang="en" sz="1200" dirty="0"/>
              <a:t>Buzzer, Jumper Wire</a:t>
            </a:r>
            <a:r>
              <a:rPr lang="en" sz="1200" b="0" dirty="0"/>
              <a:t>(s), </a:t>
            </a:r>
            <a:r>
              <a:rPr lang="en" sz="1200" dirty="0"/>
              <a:t>Push Button, LCD Display</a:t>
            </a:r>
            <a:r>
              <a:rPr lang="en" sz="1200" b="0" dirty="0"/>
              <a:t> &amp; </a:t>
            </a:r>
            <a:r>
              <a:rPr lang="en" sz="1200" dirty="0"/>
              <a:t>Bread board</a:t>
            </a:r>
            <a:r>
              <a:rPr lang="en" sz="1200" b="0" dirty="0"/>
              <a:t>.</a:t>
            </a:r>
            <a:endParaRPr sz="1800" dirty="0"/>
          </a:p>
        </p:txBody>
      </p:sp>
      <p:grpSp>
        <p:nvGrpSpPr>
          <p:cNvPr id="1035" name="Google Shape;1035;p25"/>
          <p:cNvGrpSpPr/>
          <p:nvPr/>
        </p:nvGrpSpPr>
        <p:grpSpPr>
          <a:xfrm>
            <a:off x="7352107" y="817028"/>
            <a:ext cx="1239906" cy="584116"/>
            <a:chOff x="6947135" y="2460525"/>
            <a:chExt cx="1239906" cy="584116"/>
          </a:xfrm>
        </p:grpSpPr>
        <p:sp>
          <p:nvSpPr>
            <p:cNvPr id="1036" name="Google Shape;1036;p25"/>
            <p:cNvSpPr/>
            <p:nvPr/>
          </p:nvSpPr>
          <p:spPr>
            <a:xfrm>
              <a:off x="7878097" y="2638928"/>
              <a:ext cx="304483" cy="39265"/>
            </a:xfrm>
            <a:custGeom>
              <a:avLst/>
              <a:gdLst/>
              <a:ahLst/>
              <a:cxnLst/>
              <a:rect l="l" t="t" r="r" b="b"/>
              <a:pathLst>
                <a:path w="3823" h="493" extrusionOk="0">
                  <a:moveTo>
                    <a:pt x="1" y="1"/>
                  </a:moveTo>
                  <a:lnTo>
                    <a:pt x="1" y="492"/>
                  </a:lnTo>
                  <a:lnTo>
                    <a:pt x="3823" y="492"/>
                  </a:lnTo>
                  <a:lnTo>
                    <a:pt x="38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5"/>
            <p:cNvSpPr/>
            <p:nvPr/>
          </p:nvSpPr>
          <p:spPr>
            <a:xfrm>
              <a:off x="7872920" y="2634468"/>
              <a:ext cx="314120" cy="48106"/>
            </a:xfrm>
            <a:custGeom>
              <a:avLst/>
              <a:gdLst/>
              <a:ahLst/>
              <a:cxnLst/>
              <a:rect l="l" t="t" r="r" b="b"/>
              <a:pathLst>
                <a:path w="3944" h="604" extrusionOk="0">
                  <a:moveTo>
                    <a:pt x="3823" y="112"/>
                  </a:moveTo>
                  <a:lnTo>
                    <a:pt x="3823" y="483"/>
                  </a:lnTo>
                  <a:lnTo>
                    <a:pt x="121" y="483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47" y="1"/>
                    <a:pt x="28" y="1"/>
                    <a:pt x="19" y="10"/>
                  </a:cubicBezTo>
                  <a:cubicBezTo>
                    <a:pt x="10" y="29"/>
                    <a:pt x="1" y="38"/>
                    <a:pt x="1" y="57"/>
                  </a:cubicBezTo>
                  <a:lnTo>
                    <a:pt x="1" y="548"/>
                  </a:lnTo>
                  <a:cubicBezTo>
                    <a:pt x="1" y="576"/>
                    <a:pt x="28" y="604"/>
                    <a:pt x="56" y="604"/>
                  </a:cubicBezTo>
                  <a:lnTo>
                    <a:pt x="3878" y="604"/>
                  </a:lnTo>
                  <a:cubicBezTo>
                    <a:pt x="3897" y="604"/>
                    <a:pt x="3915" y="595"/>
                    <a:pt x="3925" y="585"/>
                  </a:cubicBezTo>
                  <a:cubicBezTo>
                    <a:pt x="3934" y="576"/>
                    <a:pt x="3943" y="558"/>
                    <a:pt x="3943" y="548"/>
                  </a:cubicBezTo>
                  <a:lnTo>
                    <a:pt x="3943" y="57"/>
                  </a:lnTo>
                  <a:cubicBezTo>
                    <a:pt x="3943" y="19"/>
                    <a:pt x="3915" y="1"/>
                    <a:pt x="3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5"/>
            <p:cNvSpPr/>
            <p:nvPr/>
          </p:nvSpPr>
          <p:spPr>
            <a:xfrm>
              <a:off x="7878097" y="2725342"/>
              <a:ext cx="174423" cy="25247"/>
            </a:xfrm>
            <a:custGeom>
              <a:avLst/>
              <a:gdLst/>
              <a:ahLst/>
              <a:cxnLst/>
              <a:rect l="l" t="t" r="r" b="b"/>
              <a:pathLst>
                <a:path w="2190" h="317" extrusionOk="0">
                  <a:moveTo>
                    <a:pt x="1" y="1"/>
                  </a:moveTo>
                  <a:lnTo>
                    <a:pt x="1" y="316"/>
                  </a:lnTo>
                  <a:lnTo>
                    <a:pt x="2190" y="316"/>
                  </a:lnTo>
                  <a:lnTo>
                    <a:pt x="21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5"/>
            <p:cNvSpPr/>
            <p:nvPr/>
          </p:nvSpPr>
          <p:spPr>
            <a:xfrm>
              <a:off x="7872920" y="2720165"/>
              <a:ext cx="184060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22"/>
                  </a:moveTo>
                  <a:lnTo>
                    <a:pt x="2199" y="326"/>
                  </a:lnTo>
                  <a:lnTo>
                    <a:pt x="121" y="326"/>
                  </a:lnTo>
                  <a:lnTo>
                    <a:pt x="121" y="122"/>
                  </a:lnTo>
                  <a:close/>
                  <a:moveTo>
                    <a:pt x="66" y="1"/>
                  </a:moveTo>
                  <a:cubicBezTo>
                    <a:pt x="28" y="1"/>
                    <a:pt x="1" y="29"/>
                    <a:pt x="1" y="66"/>
                  </a:cubicBezTo>
                  <a:lnTo>
                    <a:pt x="1" y="381"/>
                  </a:lnTo>
                  <a:cubicBezTo>
                    <a:pt x="1" y="400"/>
                    <a:pt x="10" y="409"/>
                    <a:pt x="19" y="418"/>
                  </a:cubicBezTo>
                  <a:cubicBezTo>
                    <a:pt x="28" y="437"/>
                    <a:pt x="47" y="437"/>
                    <a:pt x="66" y="437"/>
                  </a:cubicBezTo>
                  <a:lnTo>
                    <a:pt x="2255" y="437"/>
                  </a:lnTo>
                  <a:cubicBezTo>
                    <a:pt x="2292" y="437"/>
                    <a:pt x="2311" y="409"/>
                    <a:pt x="2311" y="381"/>
                  </a:cubicBezTo>
                  <a:lnTo>
                    <a:pt x="2311" y="66"/>
                  </a:lnTo>
                  <a:cubicBezTo>
                    <a:pt x="2311" y="47"/>
                    <a:pt x="2311" y="29"/>
                    <a:pt x="2301" y="20"/>
                  </a:cubicBezTo>
                  <a:cubicBezTo>
                    <a:pt x="2283" y="10"/>
                    <a:pt x="2273" y="1"/>
                    <a:pt x="2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5"/>
            <p:cNvSpPr/>
            <p:nvPr/>
          </p:nvSpPr>
          <p:spPr>
            <a:xfrm>
              <a:off x="7878097" y="2797818"/>
              <a:ext cx="174423" cy="25168"/>
            </a:xfrm>
            <a:custGeom>
              <a:avLst/>
              <a:gdLst/>
              <a:ahLst/>
              <a:cxnLst/>
              <a:rect l="l" t="t" r="r" b="b"/>
              <a:pathLst>
                <a:path w="2190" h="316" extrusionOk="0">
                  <a:moveTo>
                    <a:pt x="1" y="0"/>
                  </a:moveTo>
                  <a:lnTo>
                    <a:pt x="1" y="315"/>
                  </a:lnTo>
                  <a:lnTo>
                    <a:pt x="2190" y="315"/>
                  </a:lnTo>
                  <a:lnTo>
                    <a:pt x="21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5"/>
            <p:cNvSpPr/>
            <p:nvPr/>
          </p:nvSpPr>
          <p:spPr>
            <a:xfrm>
              <a:off x="7872920" y="2793358"/>
              <a:ext cx="184060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12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371"/>
                  </a:lnTo>
                  <a:cubicBezTo>
                    <a:pt x="1" y="390"/>
                    <a:pt x="10" y="409"/>
                    <a:pt x="19" y="418"/>
                  </a:cubicBezTo>
                  <a:cubicBezTo>
                    <a:pt x="28" y="427"/>
                    <a:pt x="47" y="436"/>
                    <a:pt x="66" y="436"/>
                  </a:cubicBezTo>
                  <a:lnTo>
                    <a:pt x="2255" y="436"/>
                  </a:lnTo>
                  <a:cubicBezTo>
                    <a:pt x="2273" y="436"/>
                    <a:pt x="2283" y="427"/>
                    <a:pt x="2301" y="418"/>
                  </a:cubicBezTo>
                  <a:cubicBezTo>
                    <a:pt x="2311" y="409"/>
                    <a:pt x="2311" y="390"/>
                    <a:pt x="2311" y="371"/>
                  </a:cubicBezTo>
                  <a:lnTo>
                    <a:pt x="2311" y="56"/>
                  </a:lnTo>
                  <a:cubicBezTo>
                    <a:pt x="2311" y="28"/>
                    <a:pt x="2292" y="0"/>
                    <a:pt x="2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5"/>
            <p:cNvSpPr/>
            <p:nvPr/>
          </p:nvSpPr>
          <p:spPr>
            <a:xfrm>
              <a:off x="6985603" y="2857631"/>
              <a:ext cx="295563" cy="127910"/>
            </a:xfrm>
            <a:custGeom>
              <a:avLst/>
              <a:gdLst/>
              <a:ahLst/>
              <a:cxnLst/>
              <a:rect l="l" t="t" r="r" b="b"/>
              <a:pathLst>
                <a:path w="3711" h="1606" extrusionOk="0">
                  <a:moveTo>
                    <a:pt x="3711" y="0"/>
                  </a:moveTo>
                  <a:lnTo>
                    <a:pt x="0" y="1605"/>
                  </a:lnTo>
                </a:path>
              </a:pathLst>
            </a:custGeom>
            <a:solidFill>
              <a:srgbClr val="E16F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5"/>
            <p:cNvSpPr/>
            <p:nvPr/>
          </p:nvSpPr>
          <p:spPr>
            <a:xfrm>
              <a:off x="6980426" y="2853330"/>
              <a:ext cx="305916" cy="136591"/>
            </a:xfrm>
            <a:custGeom>
              <a:avLst/>
              <a:gdLst/>
              <a:ahLst/>
              <a:cxnLst/>
              <a:rect l="l" t="t" r="r" b="b"/>
              <a:pathLst>
                <a:path w="3841" h="1715" extrusionOk="0">
                  <a:moveTo>
                    <a:pt x="3773" y="1"/>
                  </a:moveTo>
                  <a:cubicBezTo>
                    <a:pt x="3764" y="1"/>
                    <a:pt x="3756" y="3"/>
                    <a:pt x="3748" y="8"/>
                  </a:cubicBezTo>
                  <a:lnTo>
                    <a:pt x="47" y="1604"/>
                  </a:lnTo>
                  <a:cubicBezTo>
                    <a:pt x="10" y="1613"/>
                    <a:pt x="0" y="1650"/>
                    <a:pt x="10" y="1678"/>
                  </a:cubicBezTo>
                  <a:cubicBezTo>
                    <a:pt x="19" y="1696"/>
                    <a:pt x="47" y="1715"/>
                    <a:pt x="65" y="1715"/>
                  </a:cubicBezTo>
                  <a:cubicBezTo>
                    <a:pt x="75" y="1715"/>
                    <a:pt x="84" y="1715"/>
                    <a:pt x="84" y="1706"/>
                  </a:cubicBezTo>
                  <a:lnTo>
                    <a:pt x="3795" y="110"/>
                  </a:lnTo>
                  <a:cubicBezTo>
                    <a:pt x="3822" y="101"/>
                    <a:pt x="3841" y="64"/>
                    <a:pt x="3832" y="36"/>
                  </a:cubicBezTo>
                  <a:cubicBezTo>
                    <a:pt x="3818" y="16"/>
                    <a:pt x="3795" y="1"/>
                    <a:pt x="3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5"/>
            <p:cNvSpPr/>
            <p:nvPr/>
          </p:nvSpPr>
          <p:spPr>
            <a:xfrm>
              <a:off x="6951595" y="2965470"/>
              <a:ext cx="48822" cy="48106"/>
            </a:xfrm>
            <a:custGeom>
              <a:avLst/>
              <a:gdLst/>
              <a:ahLst/>
              <a:cxnLst/>
              <a:rect l="l" t="t" r="r" b="b"/>
              <a:pathLst>
                <a:path w="613" h="604" extrusionOk="0">
                  <a:moveTo>
                    <a:pt x="168" y="1"/>
                  </a:moveTo>
                  <a:lnTo>
                    <a:pt x="1" y="446"/>
                  </a:lnTo>
                  <a:lnTo>
                    <a:pt x="446" y="604"/>
                  </a:lnTo>
                  <a:lnTo>
                    <a:pt x="613" y="159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5"/>
            <p:cNvSpPr/>
            <p:nvPr/>
          </p:nvSpPr>
          <p:spPr>
            <a:xfrm>
              <a:off x="6947135" y="2961487"/>
              <a:ext cx="57743" cy="57265"/>
            </a:xfrm>
            <a:custGeom>
              <a:avLst/>
              <a:gdLst/>
              <a:ahLst/>
              <a:cxnLst/>
              <a:rect l="l" t="t" r="r" b="b"/>
              <a:pathLst>
                <a:path w="725" h="719" extrusionOk="0">
                  <a:moveTo>
                    <a:pt x="251" y="134"/>
                  </a:moveTo>
                  <a:lnTo>
                    <a:pt x="595" y="255"/>
                  </a:lnTo>
                  <a:lnTo>
                    <a:pt x="465" y="589"/>
                  </a:lnTo>
                  <a:lnTo>
                    <a:pt x="131" y="468"/>
                  </a:lnTo>
                  <a:lnTo>
                    <a:pt x="251" y="134"/>
                  </a:lnTo>
                  <a:close/>
                  <a:moveTo>
                    <a:pt x="216" y="1"/>
                  </a:moveTo>
                  <a:cubicBezTo>
                    <a:pt x="192" y="1"/>
                    <a:pt x="175" y="11"/>
                    <a:pt x="168" y="32"/>
                  </a:cubicBezTo>
                  <a:lnTo>
                    <a:pt x="1" y="478"/>
                  </a:lnTo>
                  <a:cubicBezTo>
                    <a:pt x="1" y="496"/>
                    <a:pt x="1" y="515"/>
                    <a:pt x="10" y="524"/>
                  </a:cubicBezTo>
                  <a:cubicBezTo>
                    <a:pt x="10" y="543"/>
                    <a:pt x="29" y="552"/>
                    <a:pt x="38" y="552"/>
                  </a:cubicBezTo>
                  <a:lnTo>
                    <a:pt x="483" y="719"/>
                  </a:lnTo>
                  <a:lnTo>
                    <a:pt x="502" y="719"/>
                  </a:lnTo>
                  <a:cubicBezTo>
                    <a:pt x="530" y="719"/>
                    <a:pt x="548" y="700"/>
                    <a:pt x="558" y="682"/>
                  </a:cubicBezTo>
                  <a:lnTo>
                    <a:pt x="715" y="236"/>
                  </a:lnTo>
                  <a:cubicBezTo>
                    <a:pt x="724" y="209"/>
                    <a:pt x="715" y="171"/>
                    <a:pt x="678" y="162"/>
                  </a:cubicBezTo>
                  <a:lnTo>
                    <a:pt x="242" y="4"/>
                  </a:lnTo>
                  <a:cubicBezTo>
                    <a:pt x="233" y="2"/>
                    <a:pt x="224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5"/>
            <p:cNvSpPr/>
            <p:nvPr/>
          </p:nvSpPr>
          <p:spPr>
            <a:xfrm>
              <a:off x="7264836" y="2488002"/>
              <a:ext cx="591922" cy="551701"/>
            </a:xfrm>
            <a:custGeom>
              <a:avLst/>
              <a:gdLst/>
              <a:ahLst/>
              <a:cxnLst/>
              <a:rect l="l" t="t" r="r" b="b"/>
              <a:pathLst>
                <a:path w="7432" h="6927" extrusionOk="0">
                  <a:moveTo>
                    <a:pt x="3715" y="0"/>
                  </a:moveTo>
                  <a:cubicBezTo>
                    <a:pt x="2032" y="0"/>
                    <a:pt x="558" y="1228"/>
                    <a:pt x="288" y="2944"/>
                  </a:cubicBezTo>
                  <a:cubicBezTo>
                    <a:pt x="1" y="4827"/>
                    <a:pt x="1300" y="6599"/>
                    <a:pt x="3192" y="6886"/>
                  </a:cubicBezTo>
                  <a:cubicBezTo>
                    <a:pt x="3369" y="6913"/>
                    <a:pt x="3545" y="6927"/>
                    <a:pt x="3718" y="6927"/>
                  </a:cubicBezTo>
                  <a:cubicBezTo>
                    <a:pt x="5395" y="6927"/>
                    <a:pt x="6874" y="5707"/>
                    <a:pt x="7135" y="3992"/>
                  </a:cubicBezTo>
                  <a:cubicBezTo>
                    <a:pt x="7432" y="2100"/>
                    <a:pt x="6133" y="328"/>
                    <a:pt x="4240" y="40"/>
                  </a:cubicBezTo>
                  <a:cubicBezTo>
                    <a:pt x="4064" y="13"/>
                    <a:pt x="3888" y="0"/>
                    <a:pt x="3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5"/>
            <p:cNvSpPr/>
            <p:nvPr/>
          </p:nvSpPr>
          <p:spPr>
            <a:xfrm>
              <a:off x="7259659" y="2483223"/>
              <a:ext cx="589692" cy="561418"/>
            </a:xfrm>
            <a:custGeom>
              <a:avLst/>
              <a:gdLst/>
              <a:ahLst/>
              <a:cxnLst/>
              <a:rect l="l" t="t" r="r" b="b"/>
              <a:pathLst>
                <a:path w="7404" h="7049" extrusionOk="0">
                  <a:moveTo>
                    <a:pt x="3777" y="119"/>
                  </a:moveTo>
                  <a:cubicBezTo>
                    <a:pt x="3944" y="119"/>
                    <a:pt x="4120" y="128"/>
                    <a:pt x="4296" y="156"/>
                  </a:cubicBezTo>
                  <a:cubicBezTo>
                    <a:pt x="5196" y="295"/>
                    <a:pt x="5984" y="777"/>
                    <a:pt x="6522" y="1510"/>
                  </a:cubicBezTo>
                  <a:cubicBezTo>
                    <a:pt x="7061" y="2243"/>
                    <a:pt x="7283" y="3143"/>
                    <a:pt x="7144" y="4043"/>
                  </a:cubicBezTo>
                  <a:cubicBezTo>
                    <a:pt x="7005" y="4943"/>
                    <a:pt x="6532" y="5731"/>
                    <a:pt x="5799" y="6269"/>
                  </a:cubicBezTo>
                  <a:cubicBezTo>
                    <a:pt x="5209" y="6702"/>
                    <a:pt x="4510" y="6931"/>
                    <a:pt x="3791" y="6931"/>
                  </a:cubicBezTo>
                  <a:cubicBezTo>
                    <a:pt x="3617" y="6931"/>
                    <a:pt x="3442" y="6918"/>
                    <a:pt x="3266" y="6891"/>
                  </a:cubicBezTo>
                  <a:cubicBezTo>
                    <a:pt x="1411" y="6603"/>
                    <a:pt x="131" y="4868"/>
                    <a:pt x="418" y="3013"/>
                  </a:cubicBezTo>
                  <a:cubicBezTo>
                    <a:pt x="558" y="2113"/>
                    <a:pt x="1031" y="1315"/>
                    <a:pt x="1764" y="777"/>
                  </a:cubicBezTo>
                  <a:cubicBezTo>
                    <a:pt x="2357" y="351"/>
                    <a:pt x="3053" y="119"/>
                    <a:pt x="3777" y="119"/>
                  </a:cubicBezTo>
                  <a:close/>
                  <a:moveTo>
                    <a:pt x="3765" y="1"/>
                  </a:moveTo>
                  <a:cubicBezTo>
                    <a:pt x="3026" y="1"/>
                    <a:pt x="2309" y="238"/>
                    <a:pt x="1699" y="685"/>
                  </a:cubicBezTo>
                  <a:cubicBezTo>
                    <a:pt x="938" y="1241"/>
                    <a:pt x="446" y="2058"/>
                    <a:pt x="298" y="2995"/>
                  </a:cubicBezTo>
                  <a:cubicBezTo>
                    <a:pt x="1" y="4915"/>
                    <a:pt x="1328" y="6714"/>
                    <a:pt x="3248" y="7002"/>
                  </a:cubicBezTo>
                  <a:cubicBezTo>
                    <a:pt x="3424" y="7030"/>
                    <a:pt x="3610" y="7048"/>
                    <a:pt x="3786" y="7048"/>
                  </a:cubicBezTo>
                  <a:cubicBezTo>
                    <a:pt x="4528" y="7048"/>
                    <a:pt x="5252" y="6807"/>
                    <a:pt x="5864" y="6362"/>
                  </a:cubicBezTo>
                  <a:cubicBezTo>
                    <a:pt x="6625" y="5805"/>
                    <a:pt x="7116" y="4989"/>
                    <a:pt x="7265" y="4061"/>
                  </a:cubicBezTo>
                  <a:cubicBezTo>
                    <a:pt x="7404" y="3134"/>
                    <a:pt x="7172" y="2197"/>
                    <a:pt x="6615" y="1445"/>
                  </a:cubicBezTo>
                  <a:cubicBezTo>
                    <a:pt x="6059" y="685"/>
                    <a:pt x="5242" y="184"/>
                    <a:pt x="4315" y="45"/>
                  </a:cubicBezTo>
                  <a:cubicBezTo>
                    <a:pt x="4131" y="15"/>
                    <a:pt x="3947" y="1"/>
                    <a:pt x="3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5"/>
            <p:cNvSpPr/>
            <p:nvPr/>
          </p:nvSpPr>
          <p:spPr>
            <a:xfrm>
              <a:off x="7219757" y="2465303"/>
              <a:ext cx="627364" cy="552019"/>
            </a:xfrm>
            <a:custGeom>
              <a:avLst/>
              <a:gdLst/>
              <a:ahLst/>
              <a:cxnLst/>
              <a:rect l="l" t="t" r="r" b="b"/>
              <a:pathLst>
                <a:path w="7877" h="6931" extrusionOk="0">
                  <a:moveTo>
                    <a:pt x="3933" y="0"/>
                  </a:moveTo>
                  <a:cubicBezTo>
                    <a:pt x="3250" y="0"/>
                    <a:pt x="2560" y="202"/>
                    <a:pt x="1958" y="622"/>
                  </a:cubicBezTo>
                  <a:cubicBezTo>
                    <a:pt x="391" y="1717"/>
                    <a:pt x="1" y="3878"/>
                    <a:pt x="1096" y="5446"/>
                  </a:cubicBezTo>
                  <a:cubicBezTo>
                    <a:pt x="1770" y="6412"/>
                    <a:pt x="2849" y="6930"/>
                    <a:pt x="3945" y="6930"/>
                  </a:cubicBezTo>
                  <a:cubicBezTo>
                    <a:pt x="4628" y="6930"/>
                    <a:pt x="5318" y="6729"/>
                    <a:pt x="5920" y="6309"/>
                  </a:cubicBezTo>
                  <a:cubicBezTo>
                    <a:pt x="7487" y="5214"/>
                    <a:pt x="7877" y="3053"/>
                    <a:pt x="6782" y="1485"/>
                  </a:cubicBezTo>
                  <a:cubicBezTo>
                    <a:pt x="6108" y="519"/>
                    <a:pt x="5029" y="0"/>
                    <a:pt x="39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5"/>
            <p:cNvSpPr/>
            <p:nvPr/>
          </p:nvSpPr>
          <p:spPr>
            <a:xfrm>
              <a:off x="7232341" y="2460525"/>
              <a:ext cx="601479" cy="561179"/>
            </a:xfrm>
            <a:custGeom>
              <a:avLst/>
              <a:gdLst/>
              <a:ahLst/>
              <a:cxnLst/>
              <a:rect l="l" t="t" r="r" b="b"/>
              <a:pathLst>
                <a:path w="7552" h="7046" extrusionOk="0">
                  <a:moveTo>
                    <a:pt x="3765" y="122"/>
                  </a:moveTo>
                  <a:cubicBezTo>
                    <a:pt x="3937" y="122"/>
                    <a:pt x="4111" y="135"/>
                    <a:pt x="4287" y="163"/>
                  </a:cubicBezTo>
                  <a:cubicBezTo>
                    <a:pt x="6142" y="441"/>
                    <a:pt x="7422" y="2185"/>
                    <a:pt x="7144" y="4040"/>
                  </a:cubicBezTo>
                  <a:cubicBezTo>
                    <a:pt x="6883" y="5720"/>
                    <a:pt x="5429" y="6929"/>
                    <a:pt x="3779" y="6929"/>
                  </a:cubicBezTo>
                  <a:cubicBezTo>
                    <a:pt x="3607" y="6929"/>
                    <a:pt x="3432" y="6915"/>
                    <a:pt x="3257" y="6888"/>
                  </a:cubicBezTo>
                  <a:cubicBezTo>
                    <a:pt x="1401" y="6601"/>
                    <a:pt x="121" y="4866"/>
                    <a:pt x="409" y="3011"/>
                  </a:cubicBezTo>
                  <a:cubicBezTo>
                    <a:pt x="669" y="1331"/>
                    <a:pt x="2116" y="122"/>
                    <a:pt x="3765" y="122"/>
                  </a:cubicBezTo>
                  <a:close/>
                  <a:moveTo>
                    <a:pt x="3769" y="0"/>
                  </a:moveTo>
                  <a:cubicBezTo>
                    <a:pt x="2067" y="0"/>
                    <a:pt x="558" y="1253"/>
                    <a:pt x="298" y="2992"/>
                  </a:cubicBezTo>
                  <a:cubicBezTo>
                    <a:pt x="1" y="4912"/>
                    <a:pt x="1318" y="6712"/>
                    <a:pt x="3238" y="6999"/>
                  </a:cubicBezTo>
                  <a:cubicBezTo>
                    <a:pt x="3415" y="7027"/>
                    <a:pt x="3600" y="7046"/>
                    <a:pt x="3776" y="7046"/>
                  </a:cubicBezTo>
                  <a:cubicBezTo>
                    <a:pt x="5483" y="7046"/>
                    <a:pt x="6986" y="5794"/>
                    <a:pt x="7255" y="4059"/>
                  </a:cubicBezTo>
                  <a:cubicBezTo>
                    <a:pt x="7552" y="2139"/>
                    <a:pt x="6225" y="339"/>
                    <a:pt x="4305" y="42"/>
                  </a:cubicBezTo>
                  <a:cubicBezTo>
                    <a:pt x="4125" y="14"/>
                    <a:pt x="3946" y="0"/>
                    <a:pt x="3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5"/>
            <p:cNvSpPr/>
            <p:nvPr/>
          </p:nvSpPr>
          <p:spPr>
            <a:xfrm>
              <a:off x="7615828" y="2510541"/>
              <a:ext cx="134520" cy="135158"/>
            </a:xfrm>
            <a:custGeom>
              <a:avLst/>
              <a:gdLst/>
              <a:ahLst/>
              <a:cxnLst/>
              <a:rect l="l" t="t" r="r" b="b"/>
              <a:pathLst>
                <a:path w="1689" h="1697" extrusionOk="0">
                  <a:moveTo>
                    <a:pt x="102" y="1"/>
                  </a:moveTo>
                  <a:cubicBezTo>
                    <a:pt x="67" y="1"/>
                    <a:pt x="33" y="20"/>
                    <a:pt x="19" y="54"/>
                  </a:cubicBezTo>
                  <a:cubicBezTo>
                    <a:pt x="0" y="91"/>
                    <a:pt x="19" y="147"/>
                    <a:pt x="65" y="165"/>
                  </a:cubicBezTo>
                  <a:cubicBezTo>
                    <a:pt x="705" y="462"/>
                    <a:pt x="1216" y="991"/>
                    <a:pt x="1512" y="1640"/>
                  </a:cubicBezTo>
                  <a:cubicBezTo>
                    <a:pt x="1522" y="1678"/>
                    <a:pt x="1559" y="1696"/>
                    <a:pt x="1587" y="1696"/>
                  </a:cubicBezTo>
                  <a:cubicBezTo>
                    <a:pt x="1596" y="1696"/>
                    <a:pt x="1614" y="1696"/>
                    <a:pt x="1624" y="1687"/>
                  </a:cubicBezTo>
                  <a:cubicBezTo>
                    <a:pt x="1670" y="1668"/>
                    <a:pt x="1689" y="1622"/>
                    <a:pt x="1670" y="1575"/>
                  </a:cubicBezTo>
                  <a:cubicBezTo>
                    <a:pt x="1364" y="880"/>
                    <a:pt x="817" y="323"/>
                    <a:pt x="139" y="8"/>
                  </a:cubicBezTo>
                  <a:cubicBezTo>
                    <a:pt x="127" y="3"/>
                    <a:pt x="115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5"/>
            <p:cNvSpPr/>
            <p:nvPr/>
          </p:nvSpPr>
          <p:spPr>
            <a:xfrm>
              <a:off x="7397842" y="2601973"/>
              <a:ext cx="261634" cy="300102"/>
            </a:xfrm>
            <a:custGeom>
              <a:avLst/>
              <a:gdLst/>
              <a:ahLst/>
              <a:cxnLst/>
              <a:rect l="l" t="t" r="r" b="b"/>
              <a:pathLst>
                <a:path w="3285" h="3768" extrusionOk="0">
                  <a:moveTo>
                    <a:pt x="158" y="1"/>
                  </a:moveTo>
                  <a:cubicBezTo>
                    <a:pt x="75" y="1"/>
                    <a:pt x="1" y="75"/>
                    <a:pt x="1" y="168"/>
                  </a:cubicBezTo>
                  <a:lnTo>
                    <a:pt x="1" y="3600"/>
                  </a:lnTo>
                  <a:cubicBezTo>
                    <a:pt x="1" y="3693"/>
                    <a:pt x="75" y="3767"/>
                    <a:pt x="158" y="3767"/>
                  </a:cubicBezTo>
                  <a:lnTo>
                    <a:pt x="3127" y="3767"/>
                  </a:lnTo>
                  <a:cubicBezTo>
                    <a:pt x="3220" y="3767"/>
                    <a:pt x="3285" y="3693"/>
                    <a:pt x="3285" y="3600"/>
                  </a:cubicBezTo>
                  <a:lnTo>
                    <a:pt x="3285" y="168"/>
                  </a:lnTo>
                  <a:cubicBezTo>
                    <a:pt x="3285" y="75"/>
                    <a:pt x="3220" y="1"/>
                    <a:pt x="31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5"/>
            <p:cNvSpPr/>
            <p:nvPr/>
          </p:nvSpPr>
          <p:spPr>
            <a:xfrm>
              <a:off x="7393461" y="2597592"/>
              <a:ext cx="271191" cy="308863"/>
            </a:xfrm>
            <a:custGeom>
              <a:avLst/>
              <a:gdLst/>
              <a:ahLst/>
              <a:cxnLst/>
              <a:rect l="l" t="t" r="r" b="b"/>
              <a:pathLst>
                <a:path w="3405" h="3878" extrusionOk="0">
                  <a:moveTo>
                    <a:pt x="3182" y="111"/>
                  </a:moveTo>
                  <a:cubicBezTo>
                    <a:pt x="3238" y="111"/>
                    <a:pt x="3284" y="158"/>
                    <a:pt x="3284" y="223"/>
                  </a:cubicBezTo>
                  <a:lnTo>
                    <a:pt x="3284" y="3655"/>
                  </a:lnTo>
                  <a:cubicBezTo>
                    <a:pt x="3284" y="3720"/>
                    <a:pt x="3238" y="3766"/>
                    <a:pt x="3182" y="3766"/>
                  </a:cubicBezTo>
                  <a:lnTo>
                    <a:pt x="213" y="3766"/>
                  </a:lnTo>
                  <a:cubicBezTo>
                    <a:pt x="158" y="3766"/>
                    <a:pt x="111" y="3720"/>
                    <a:pt x="111" y="3655"/>
                  </a:cubicBezTo>
                  <a:lnTo>
                    <a:pt x="111" y="223"/>
                  </a:lnTo>
                  <a:cubicBezTo>
                    <a:pt x="111" y="158"/>
                    <a:pt x="158" y="111"/>
                    <a:pt x="213" y="111"/>
                  </a:cubicBezTo>
                  <a:close/>
                  <a:moveTo>
                    <a:pt x="213" y="0"/>
                  </a:moveTo>
                  <a:cubicBezTo>
                    <a:pt x="93" y="0"/>
                    <a:pt x="0" y="93"/>
                    <a:pt x="0" y="223"/>
                  </a:cubicBezTo>
                  <a:lnTo>
                    <a:pt x="0" y="3655"/>
                  </a:lnTo>
                  <a:cubicBezTo>
                    <a:pt x="0" y="3776"/>
                    <a:pt x="93" y="3878"/>
                    <a:pt x="213" y="3878"/>
                  </a:cubicBezTo>
                  <a:lnTo>
                    <a:pt x="3182" y="3878"/>
                  </a:lnTo>
                  <a:cubicBezTo>
                    <a:pt x="3303" y="3878"/>
                    <a:pt x="3405" y="3776"/>
                    <a:pt x="3405" y="3655"/>
                  </a:cubicBezTo>
                  <a:lnTo>
                    <a:pt x="3405" y="223"/>
                  </a:lnTo>
                  <a:cubicBezTo>
                    <a:pt x="3405" y="93"/>
                    <a:pt x="3303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5"/>
            <p:cNvSpPr/>
            <p:nvPr/>
          </p:nvSpPr>
          <p:spPr>
            <a:xfrm>
              <a:off x="7448814" y="2585725"/>
              <a:ext cx="159688" cy="31858"/>
            </a:xfrm>
            <a:custGeom>
              <a:avLst/>
              <a:gdLst/>
              <a:ahLst/>
              <a:cxnLst/>
              <a:rect l="l" t="t" r="r" b="b"/>
              <a:pathLst>
                <a:path w="2005" h="400" extrusionOk="0"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lnTo>
                    <a:pt x="2005" y="400"/>
                  </a:lnTo>
                  <a:cubicBezTo>
                    <a:pt x="2005" y="177"/>
                    <a:pt x="1828" y="1"/>
                    <a:pt x="16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5"/>
            <p:cNvSpPr/>
            <p:nvPr/>
          </p:nvSpPr>
          <p:spPr>
            <a:xfrm>
              <a:off x="7443637" y="2580549"/>
              <a:ext cx="169325" cy="41495"/>
            </a:xfrm>
            <a:custGeom>
              <a:avLst/>
              <a:gdLst/>
              <a:ahLst/>
              <a:cxnLst/>
              <a:rect l="l" t="t" r="r" b="b"/>
              <a:pathLst>
                <a:path w="2126" h="521" extrusionOk="0">
                  <a:moveTo>
                    <a:pt x="1671" y="121"/>
                  </a:moveTo>
                  <a:cubicBezTo>
                    <a:pt x="1838" y="121"/>
                    <a:pt x="1977" y="242"/>
                    <a:pt x="2005" y="409"/>
                  </a:cubicBezTo>
                  <a:lnTo>
                    <a:pt x="121" y="409"/>
                  </a:lnTo>
                  <a:cubicBezTo>
                    <a:pt x="149" y="242"/>
                    <a:pt x="288" y="121"/>
                    <a:pt x="465" y="121"/>
                  </a:cubicBezTo>
                  <a:close/>
                  <a:moveTo>
                    <a:pt x="465" y="1"/>
                  </a:moveTo>
                  <a:cubicBezTo>
                    <a:pt x="205" y="1"/>
                    <a:pt x="1" y="205"/>
                    <a:pt x="1" y="465"/>
                  </a:cubicBezTo>
                  <a:cubicBezTo>
                    <a:pt x="1" y="520"/>
                    <a:pt x="1" y="520"/>
                    <a:pt x="353" y="520"/>
                  </a:cubicBezTo>
                  <a:lnTo>
                    <a:pt x="1736" y="520"/>
                  </a:lnTo>
                  <a:cubicBezTo>
                    <a:pt x="2125" y="520"/>
                    <a:pt x="2125" y="520"/>
                    <a:pt x="2125" y="465"/>
                  </a:cubicBezTo>
                  <a:cubicBezTo>
                    <a:pt x="2125" y="205"/>
                    <a:pt x="1921" y="1"/>
                    <a:pt x="16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5"/>
            <p:cNvSpPr/>
            <p:nvPr/>
          </p:nvSpPr>
          <p:spPr>
            <a:xfrm>
              <a:off x="7500583" y="2556894"/>
              <a:ext cx="55433" cy="55513"/>
            </a:xfrm>
            <a:custGeom>
              <a:avLst/>
              <a:gdLst/>
              <a:ahLst/>
              <a:cxnLst/>
              <a:rect l="l" t="t" r="r" b="b"/>
              <a:pathLst>
                <a:path w="696" h="697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697"/>
                    <a:pt x="353" y="697"/>
                  </a:cubicBezTo>
                  <a:cubicBezTo>
                    <a:pt x="538" y="697"/>
                    <a:pt x="696" y="548"/>
                    <a:pt x="696" y="353"/>
                  </a:cubicBezTo>
                  <a:cubicBezTo>
                    <a:pt x="696" y="159"/>
                    <a:pt x="538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5"/>
            <p:cNvSpPr/>
            <p:nvPr/>
          </p:nvSpPr>
          <p:spPr>
            <a:xfrm>
              <a:off x="7496123" y="2552514"/>
              <a:ext cx="65070" cy="65070"/>
            </a:xfrm>
            <a:custGeom>
              <a:avLst/>
              <a:gdLst/>
              <a:ahLst/>
              <a:cxnLst/>
              <a:rect l="l" t="t" r="r" b="b"/>
              <a:pathLst>
                <a:path w="817" h="817" extrusionOk="0">
                  <a:moveTo>
                    <a:pt x="409" y="121"/>
                  </a:moveTo>
                  <a:cubicBezTo>
                    <a:pt x="566" y="121"/>
                    <a:pt x="696" y="251"/>
                    <a:pt x="696" y="408"/>
                  </a:cubicBezTo>
                  <a:cubicBezTo>
                    <a:pt x="696" y="566"/>
                    <a:pt x="566" y="696"/>
                    <a:pt x="409" y="696"/>
                  </a:cubicBezTo>
                  <a:cubicBezTo>
                    <a:pt x="251" y="696"/>
                    <a:pt x="121" y="566"/>
                    <a:pt x="121" y="408"/>
                  </a:cubicBez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0"/>
                  </a:moveTo>
                  <a:cubicBezTo>
                    <a:pt x="186" y="0"/>
                    <a:pt x="0" y="186"/>
                    <a:pt x="0" y="408"/>
                  </a:cubicBezTo>
                  <a:cubicBezTo>
                    <a:pt x="0" y="631"/>
                    <a:pt x="186" y="817"/>
                    <a:pt x="409" y="817"/>
                  </a:cubicBezTo>
                  <a:cubicBezTo>
                    <a:pt x="631" y="817"/>
                    <a:pt x="817" y="631"/>
                    <a:pt x="817" y="408"/>
                  </a:cubicBezTo>
                  <a:cubicBezTo>
                    <a:pt x="817" y="186"/>
                    <a:pt x="631" y="0"/>
                    <a:pt x="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5"/>
            <p:cNvSpPr/>
            <p:nvPr/>
          </p:nvSpPr>
          <p:spPr>
            <a:xfrm>
              <a:off x="7516830" y="2570195"/>
              <a:ext cx="22938" cy="22301"/>
            </a:xfrm>
            <a:custGeom>
              <a:avLst/>
              <a:gdLst/>
              <a:ahLst/>
              <a:cxnLst/>
              <a:rect l="l" t="t" r="r" b="b"/>
              <a:pathLst>
                <a:path w="288" h="280" extrusionOk="0">
                  <a:moveTo>
                    <a:pt x="149" y="1"/>
                  </a:moveTo>
                  <a:cubicBezTo>
                    <a:pt x="65" y="1"/>
                    <a:pt x="0" y="56"/>
                    <a:pt x="0" y="140"/>
                  </a:cubicBezTo>
                  <a:cubicBezTo>
                    <a:pt x="0" y="214"/>
                    <a:pt x="65" y="279"/>
                    <a:pt x="149" y="279"/>
                  </a:cubicBezTo>
                  <a:cubicBezTo>
                    <a:pt x="223" y="279"/>
                    <a:pt x="288" y="214"/>
                    <a:pt x="288" y="140"/>
                  </a:cubicBezTo>
                  <a:cubicBezTo>
                    <a:pt x="288" y="66"/>
                    <a:pt x="223" y="1"/>
                    <a:pt x="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5"/>
            <p:cNvSpPr/>
            <p:nvPr/>
          </p:nvSpPr>
          <p:spPr>
            <a:xfrm>
              <a:off x="7512370" y="2565018"/>
              <a:ext cx="31858" cy="31858"/>
            </a:xfrm>
            <a:custGeom>
              <a:avLst/>
              <a:gdLst/>
              <a:ahLst/>
              <a:cxnLst/>
              <a:rect l="l" t="t" r="r" b="b"/>
              <a:pathLst>
                <a:path w="400" h="400" extrusionOk="0">
                  <a:moveTo>
                    <a:pt x="205" y="121"/>
                  </a:moveTo>
                  <a:cubicBezTo>
                    <a:pt x="251" y="121"/>
                    <a:pt x="288" y="159"/>
                    <a:pt x="288" y="205"/>
                  </a:cubicBezTo>
                  <a:cubicBezTo>
                    <a:pt x="288" y="251"/>
                    <a:pt x="251" y="288"/>
                    <a:pt x="205" y="288"/>
                  </a:cubicBezTo>
                  <a:cubicBezTo>
                    <a:pt x="158" y="288"/>
                    <a:pt x="121" y="251"/>
                    <a:pt x="121" y="205"/>
                  </a:cubicBezTo>
                  <a:cubicBezTo>
                    <a:pt x="121" y="159"/>
                    <a:pt x="158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0"/>
                    <a:pt x="205" y="400"/>
                  </a:cubicBezTo>
                  <a:cubicBezTo>
                    <a:pt x="316" y="400"/>
                    <a:pt x="399" y="316"/>
                    <a:pt x="399" y="205"/>
                  </a:cubicBezTo>
                  <a:cubicBezTo>
                    <a:pt x="39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5"/>
            <p:cNvSpPr/>
            <p:nvPr/>
          </p:nvSpPr>
          <p:spPr>
            <a:xfrm>
              <a:off x="7442204" y="2676600"/>
              <a:ext cx="178086" cy="9717"/>
            </a:xfrm>
            <a:custGeom>
              <a:avLst/>
              <a:gdLst/>
              <a:ahLst/>
              <a:cxnLst/>
              <a:rect l="l" t="t" r="r" b="b"/>
              <a:pathLst>
                <a:path w="2236" h="122" extrusionOk="0">
                  <a:moveTo>
                    <a:pt x="56" y="1"/>
                  </a:moveTo>
                  <a:cubicBezTo>
                    <a:pt x="19" y="1"/>
                    <a:pt x="0" y="29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180" y="121"/>
                  </a:lnTo>
                  <a:cubicBezTo>
                    <a:pt x="2208" y="121"/>
                    <a:pt x="2236" y="93"/>
                    <a:pt x="2236" y="56"/>
                  </a:cubicBezTo>
                  <a:cubicBezTo>
                    <a:pt x="2236" y="29"/>
                    <a:pt x="2208" y="1"/>
                    <a:pt x="2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5"/>
            <p:cNvSpPr/>
            <p:nvPr/>
          </p:nvSpPr>
          <p:spPr>
            <a:xfrm>
              <a:off x="7496840" y="2655175"/>
              <a:ext cx="68096" cy="9717"/>
            </a:xfrm>
            <a:custGeom>
              <a:avLst/>
              <a:gdLst/>
              <a:ahLst/>
              <a:cxnLst/>
              <a:rect l="l" t="t" r="r" b="b"/>
              <a:pathLst>
                <a:path w="855" h="122" extrusionOk="0">
                  <a:moveTo>
                    <a:pt x="66" y="1"/>
                  </a:moveTo>
                  <a:cubicBezTo>
                    <a:pt x="29" y="1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799" y="121"/>
                  </a:lnTo>
                  <a:cubicBezTo>
                    <a:pt x="826" y="121"/>
                    <a:pt x="854" y="93"/>
                    <a:pt x="854" y="56"/>
                  </a:cubicBezTo>
                  <a:cubicBezTo>
                    <a:pt x="854" y="28"/>
                    <a:pt x="826" y="1"/>
                    <a:pt x="7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5"/>
            <p:cNvSpPr/>
            <p:nvPr/>
          </p:nvSpPr>
          <p:spPr>
            <a:xfrm>
              <a:off x="7496840" y="2727572"/>
              <a:ext cx="68096" cy="9000"/>
            </a:xfrm>
            <a:custGeom>
              <a:avLst/>
              <a:gdLst/>
              <a:ahLst/>
              <a:cxnLst/>
              <a:rect l="l" t="t" r="r" b="b"/>
              <a:pathLst>
                <a:path w="855" h="113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66" y="112"/>
                  </a:cubicBezTo>
                  <a:lnTo>
                    <a:pt x="799" y="112"/>
                  </a:lnTo>
                  <a:cubicBezTo>
                    <a:pt x="826" y="112"/>
                    <a:pt x="854" y="94"/>
                    <a:pt x="854" y="56"/>
                  </a:cubicBezTo>
                  <a:cubicBezTo>
                    <a:pt x="854" y="29"/>
                    <a:pt x="826" y="1"/>
                    <a:pt x="7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5"/>
            <p:cNvSpPr/>
            <p:nvPr/>
          </p:nvSpPr>
          <p:spPr>
            <a:xfrm>
              <a:off x="7496840" y="2802199"/>
              <a:ext cx="68096" cy="9000"/>
            </a:xfrm>
            <a:custGeom>
              <a:avLst/>
              <a:gdLst/>
              <a:ahLst/>
              <a:cxnLst/>
              <a:rect l="l" t="t" r="r" b="b"/>
              <a:pathLst>
                <a:path w="855" h="113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799" y="112"/>
                  </a:lnTo>
                  <a:cubicBezTo>
                    <a:pt x="826" y="112"/>
                    <a:pt x="854" y="93"/>
                    <a:pt x="854" y="56"/>
                  </a:cubicBezTo>
                  <a:cubicBezTo>
                    <a:pt x="854" y="29"/>
                    <a:pt x="826" y="1"/>
                    <a:pt x="7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5"/>
            <p:cNvSpPr/>
            <p:nvPr/>
          </p:nvSpPr>
          <p:spPr>
            <a:xfrm>
              <a:off x="7442204" y="2698741"/>
              <a:ext cx="178086" cy="9000"/>
            </a:xfrm>
            <a:custGeom>
              <a:avLst/>
              <a:gdLst/>
              <a:ahLst/>
              <a:cxnLst/>
              <a:rect l="l" t="t" r="r" b="b"/>
              <a:pathLst>
                <a:path w="2236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180" y="112"/>
                  </a:lnTo>
                  <a:cubicBezTo>
                    <a:pt x="2208" y="112"/>
                    <a:pt x="2236" y="94"/>
                    <a:pt x="2236" y="57"/>
                  </a:cubicBezTo>
                  <a:cubicBezTo>
                    <a:pt x="2236" y="29"/>
                    <a:pt x="2208" y="1"/>
                    <a:pt x="2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5"/>
            <p:cNvSpPr/>
            <p:nvPr/>
          </p:nvSpPr>
          <p:spPr>
            <a:xfrm>
              <a:off x="7442204" y="2753456"/>
              <a:ext cx="178086" cy="8920"/>
            </a:xfrm>
            <a:custGeom>
              <a:avLst/>
              <a:gdLst/>
              <a:ahLst/>
              <a:cxnLst/>
              <a:rect l="l" t="t" r="r" b="b"/>
              <a:pathLst>
                <a:path w="2236" h="11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12"/>
                    <a:pt x="56" y="112"/>
                  </a:cubicBezTo>
                  <a:lnTo>
                    <a:pt x="2180" y="112"/>
                  </a:lnTo>
                  <a:cubicBezTo>
                    <a:pt x="2208" y="112"/>
                    <a:pt x="2236" y="93"/>
                    <a:pt x="2236" y="56"/>
                  </a:cubicBezTo>
                  <a:cubicBezTo>
                    <a:pt x="2236" y="28"/>
                    <a:pt x="2208" y="0"/>
                    <a:pt x="2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5"/>
            <p:cNvSpPr/>
            <p:nvPr/>
          </p:nvSpPr>
          <p:spPr>
            <a:xfrm>
              <a:off x="7442204" y="2775598"/>
              <a:ext cx="178086" cy="9000"/>
            </a:xfrm>
            <a:custGeom>
              <a:avLst/>
              <a:gdLst/>
              <a:ahLst/>
              <a:cxnLst/>
              <a:rect l="l" t="t" r="r" b="b"/>
              <a:pathLst>
                <a:path w="2236" h="113" extrusionOk="0">
                  <a:moveTo>
                    <a:pt x="56" y="1"/>
                  </a:moveTo>
                  <a:cubicBezTo>
                    <a:pt x="19" y="1"/>
                    <a:pt x="0" y="29"/>
                    <a:pt x="0" y="56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180" y="112"/>
                  </a:lnTo>
                  <a:cubicBezTo>
                    <a:pt x="2208" y="112"/>
                    <a:pt x="2236" y="94"/>
                    <a:pt x="2236" y="56"/>
                  </a:cubicBezTo>
                  <a:cubicBezTo>
                    <a:pt x="2236" y="29"/>
                    <a:pt x="2208" y="1"/>
                    <a:pt x="2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5"/>
            <p:cNvSpPr/>
            <p:nvPr/>
          </p:nvSpPr>
          <p:spPr>
            <a:xfrm>
              <a:off x="7442204" y="2828800"/>
              <a:ext cx="178086" cy="9717"/>
            </a:xfrm>
            <a:custGeom>
              <a:avLst/>
              <a:gdLst/>
              <a:ahLst/>
              <a:cxnLst/>
              <a:rect l="l" t="t" r="r" b="b"/>
              <a:pathLst>
                <a:path w="2236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180" y="121"/>
                  </a:lnTo>
                  <a:cubicBezTo>
                    <a:pt x="2208" y="121"/>
                    <a:pt x="2236" y="93"/>
                    <a:pt x="2236" y="56"/>
                  </a:cubicBezTo>
                  <a:cubicBezTo>
                    <a:pt x="2236" y="28"/>
                    <a:pt x="2208" y="1"/>
                    <a:pt x="2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030;p25">
            <a:extLst>
              <a:ext uri="{FF2B5EF4-FFF2-40B4-BE49-F238E27FC236}">
                <a16:creationId xmlns:a16="http://schemas.microsoft.com/office/drawing/2014/main" id="{8E16F05E-B7DC-5A67-31A7-D48684362A98}"/>
              </a:ext>
            </a:extLst>
          </p:cNvPr>
          <p:cNvSpPr txBox="1">
            <a:spLocks/>
          </p:cNvSpPr>
          <p:nvPr/>
        </p:nvSpPr>
        <p:spPr>
          <a:xfrm>
            <a:off x="658131" y="529840"/>
            <a:ext cx="6693976" cy="2466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Solution:</a:t>
            </a:r>
          </a:p>
          <a:p>
            <a:r>
              <a:rPr lang="en-US" sz="1200" b="0" dirty="0"/>
              <a:t>We propose a real-time, portable patient health monitoring system built on the 	&gt;STM32F401 microcontroller, designed to continuously measure and 			display key vital signs. </a:t>
            </a:r>
          </a:p>
          <a:p>
            <a:r>
              <a:rPr lang="en-US" sz="1200" b="0" dirty="0"/>
              <a:t>	&gt; Tracks pulse rate (BPM), SpO₂ levels, and body temperature in real time.</a:t>
            </a:r>
          </a:p>
          <a:p>
            <a:r>
              <a:rPr lang="en-US" sz="1200" b="0" dirty="0"/>
              <a:t>	&gt; Uses LEDs and a buzzer to indicate abnormal readings for quick 			response.</a:t>
            </a:r>
          </a:p>
          <a:p>
            <a:r>
              <a:rPr lang="en-US" sz="1200" b="0" dirty="0"/>
              <a:t>	&gt; Shows live health data on a 16x2 LCD screen for easy understanding by 		caregivers or patients.</a:t>
            </a:r>
          </a:p>
          <a:p>
            <a:r>
              <a:rPr lang="en-US" sz="1200" b="0" dirty="0"/>
              <a:t>	&gt; Utilizes NVIC (Nested Vectored Interrupt Controller) to manage			alerts smoothly.</a:t>
            </a:r>
            <a:endParaRPr lang="en-US" sz="18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12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2"/>
          <p:cNvSpPr txBox="1">
            <a:spLocks noGrp="1"/>
          </p:cNvSpPr>
          <p:nvPr>
            <p:ph type="title"/>
          </p:nvPr>
        </p:nvSpPr>
        <p:spPr>
          <a:xfrm>
            <a:off x="713100" y="481446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Plan of Action:</a:t>
            </a:r>
            <a:endParaRPr sz="2000" dirty="0"/>
          </a:p>
        </p:txBody>
      </p:sp>
      <p:sp>
        <p:nvSpPr>
          <p:cNvPr id="1697" name="Google Shape;1697;p32"/>
          <p:cNvSpPr txBox="1">
            <a:spLocks noGrp="1"/>
          </p:cNvSpPr>
          <p:nvPr>
            <p:ph type="subTitle" idx="7"/>
          </p:nvPr>
        </p:nvSpPr>
        <p:spPr>
          <a:xfrm>
            <a:off x="713100" y="1054145"/>
            <a:ext cx="8000254" cy="35104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" sz="1600" dirty="0"/>
              <a:t>Initial Setup:  </a:t>
            </a:r>
            <a:r>
              <a:rPr lang="en-US" altLang="en-US" sz="1400" b="0" dirty="0">
                <a:solidFill>
                  <a:schemeClr val="tx1"/>
                </a:solidFill>
                <a:latin typeface="Arial" panose="020B0604020202020204" pitchFamily="34" charset="0"/>
              </a:rPr>
              <a:t>Assemble basic circuit on a breadboard. Using 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Keil µVision5</a:t>
            </a:r>
            <a:r>
              <a:rPr lang="en-US" altLang="en-US" sz="1400" b="0" dirty="0">
                <a:solidFill>
                  <a:schemeClr val="tx1"/>
                </a:solidFill>
                <a:latin typeface="Arial" panose="020B0604020202020204" pitchFamily="34" charset="0"/>
              </a:rPr>
              <a:t> for firmware 	                development.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4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1600" dirty="0"/>
              <a:t>Data Acquisition</a:t>
            </a:r>
            <a:r>
              <a:rPr lang="en" sz="1600" dirty="0"/>
              <a:t>:  </a:t>
            </a:r>
            <a:r>
              <a:rPr lang="en-US" sz="1400" b="0" dirty="0"/>
              <a:t>Initialize MAX30102 sensor and read pulse &amp; SpO₂ values via 		         I²C. Sample temperature from LM35 using ADC.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1600" dirty="0"/>
              <a:t>Data Processing</a:t>
            </a:r>
            <a:r>
              <a:rPr lang="en" sz="1600" dirty="0"/>
              <a:t>:</a:t>
            </a:r>
            <a:r>
              <a:rPr lang="en-US" sz="14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b="0" dirty="0">
                <a:solidFill>
                  <a:schemeClr val="tx1"/>
                </a:solidFill>
                <a:latin typeface="Arial" panose="020B0604020202020204" pitchFamily="34" charset="0"/>
              </a:rPr>
              <a:t>Convert ADC voltage from LM35 to temperature (°C\°F).Extract pulse 		      rate and SpO₂ from MAX30102 data. Compare readings to pre-defined 		      normal ranges.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4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Output and Alerts:</a:t>
            </a:r>
            <a:r>
              <a:rPr lang="en-US" altLang="en-US" sz="1400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US" altLang="en-US" sz="1400" b="0" dirty="0">
                <a:solidFill>
                  <a:schemeClr val="tx1"/>
                </a:solidFill>
                <a:latin typeface="Arial" panose="020B0604020202020204" pitchFamily="34" charset="0"/>
              </a:rPr>
              <a:t>Display temperature, heart rate, and SpO₂ on the LCD/PC. If abnormal 		         values are detected, 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Turn ON LED and buzzer</a:t>
            </a:r>
            <a:r>
              <a:rPr lang="en-US" altLang="en-US" sz="1400" b="0" dirty="0">
                <a:solidFill>
                  <a:schemeClr val="tx1"/>
                </a:solidFill>
                <a:latin typeface="Arial" panose="020B0604020202020204" pitchFamily="34" charset="0"/>
              </a:rPr>
              <a:t> as an alert. Send 		         readings to 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laptop/mobile</a:t>
            </a:r>
            <a:r>
              <a:rPr lang="en-US" altLang="en-US" sz="1400" b="0" dirty="0">
                <a:solidFill>
                  <a:schemeClr val="tx1"/>
                </a:solidFill>
                <a:latin typeface="Arial" panose="020B0604020202020204" pitchFamily="34" charset="0"/>
              </a:rPr>
              <a:t> via Bluetooth or UART.</a:t>
            </a:r>
            <a:endParaRPr lang="en-US" altLang="en-US" sz="16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FE898-63A0-D165-7067-1DDF69BD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>
          <a:extLst>
            <a:ext uri="{FF2B5EF4-FFF2-40B4-BE49-F238E27FC236}">
              <a16:creationId xmlns:a16="http://schemas.microsoft.com/office/drawing/2014/main" id="{03E0937E-3629-CEAE-0901-EC720A4F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2">
            <a:extLst>
              <a:ext uri="{FF2B5EF4-FFF2-40B4-BE49-F238E27FC236}">
                <a16:creationId xmlns:a16="http://schemas.microsoft.com/office/drawing/2014/main" id="{86D2C189-D710-768D-362A-E3EA08EAEF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81446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Block Diagram:</a:t>
            </a:r>
            <a:br>
              <a:rPr lang="en" sz="2000" dirty="0"/>
            </a:br>
            <a:endParaRPr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48CDD2-79D6-1EE8-7C56-65FED563A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ABA84B-519D-8D3E-4E7A-0F6190C0F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469" y="891634"/>
            <a:ext cx="4571999" cy="36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45552"/>
      </p:ext>
    </p:extLst>
  </p:cSld>
  <p:clrMapOvr>
    <a:masterClrMapping/>
  </p:clrMapOvr>
</p:sld>
</file>

<file path=ppt/theme/theme1.xml><?xml version="1.0" encoding="utf-8"?>
<a:theme xmlns:a="http://schemas.openxmlformats.org/drawingml/2006/main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500</Words>
  <Application>Microsoft Office PowerPoint</Application>
  <PresentationFormat>On-screen Show (16:9)</PresentationFormat>
  <Paragraphs>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Sora</vt:lpstr>
      <vt:lpstr>Wingdings</vt:lpstr>
      <vt:lpstr>Nunito Light</vt:lpstr>
      <vt:lpstr>Arial</vt:lpstr>
      <vt:lpstr>Open Sans</vt:lpstr>
      <vt:lpstr>Software Engineering Business Plan by Slidesgo</vt:lpstr>
      <vt:lpstr>Patient Monitoring System  23CSE304  Embedded Systems  Case Study </vt:lpstr>
      <vt:lpstr>Problem Statement:</vt:lpstr>
      <vt:lpstr>Components Used: (i)    STM32F401 (Black Pill Board &amp; Debugger),  (ii)  MAX30102 Sensor (for Pulse rate &amp; SpO2 saturation reading),  (iii) LM35 Sensor (for measuring the body temperature),  (iv) TTL Convertor (for transmitting/receiving data between PC and Micro-Controller via UART) (v)   HC05 bluetooth module (to send the readings to device),  (vi)  Led, Buzzer, Jumper Wire(s), Push Button, LCD Display &amp; Bread board.</vt:lpstr>
      <vt:lpstr>Plan of Action:</vt:lpstr>
      <vt:lpstr>Block Diagram: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Darun RG</dc:creator>
  <cp:lastModifiedBy>Darun RG</cp:lastModifiedBy>
  <cp:revision>7</cp:revision>
  <dcterms:modified xsi:type="dcterms:W3CDTF">2025-09-24T07:28:11Z</dcterms:modified>
</cp:coreProperties>
</file>